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开发测试协同的知识沉淀方法论：左侧为应用级整合目录，右侧预留测试实际案例。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73736"/>
            <a:ext cx="146304" cy="841248"/>
          </a:xfrm>
          <a:prstGeom prst="rect">
            <a:avLst/>
          </a:prstGeom>
          <a:solidFill>
            <a:srgbClr val="C60024"/>
          </a:solidFill>
          <a:ln w="12700">
            <a:solidFill>
              <a:srgbClr val="C600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0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开发测试协同的知识沉淀方法论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10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以应用级共享知识目录为底座，开发沉淀系统事实，测试深度参与功能与数据知识结构化，持续转化为可复用、可追溯的测试资产。</a:t>
            </a:r>
            <a:endParaRPr lang="en-US" sz="1160" dirty="0"/>
          </a:p>
        </p:txBody>
      </p:sp>
      <p:sp>
        <p:nvSpPr>
          <p:cNvPr id="5" name="Shape 3"/>
          <p:cNvSpPr/>
          <p:nvPr/>
        </p:nvSpPr>
        <p:spPr>
          <a:xfrm>
            <a:off x="164592" y="1170432"/>
            <a:ext cx="5413248" cy="4837176"/>
          </a:xfrm>
          <a:prstGeom prst="roundRect">
            <a:avLst>
              <a:gd name="adj" fmla="val 132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9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170432"/>
            <a:ext cx="5669280" cy="4837176"/>
          </a:xfrm>
          <a:prstGeom prst="roundRect">
            <a:avLst>
              <a:gd name="adj" fmla="val 132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9CD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" y="1280160"/>
            <a:ext cx="4828032" cy="384048"/>
          </a:xfrm>
          <a:prstGeom prst="roundRect">
            <a:avLst>
              <a:gd name="adj" fmla="val 14286"/>
            </a:avLst>
          </a:prstGeom>
          <a:solidFill>
            <a:srgbClr val="C60024"/>
          </a:solidFill>
          <a:ln w="12700">
            <a:solidFill>
              <a:srgbClr val="C6002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6832" y="1280160"/>
            <a:ext cx="5111496" cy="384048"/>
          </a:xfrm>
          <a:prstGeom prst="roundRect">
            <a:avLst>
              <a:gd name="adj" fmla="val 14286"/>
            </a:avLst>
          </a:prstGeom>
          <a:solidFill>
            <a:srgbClr val="C60024"/>
          </a:solidFill>
          <a:ln w="12700">
            <a:solidFill>
              <a:srgbClr val="C6002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36245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应用级整合目录  docs/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0" y="136245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测试实际案例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" y="1865376"/>
            <a:ext cx="146304" cy="731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" y="1920240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184708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0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18470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应用架构/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252728" y="2084832"/>
            <a:ext cx="914" cy="310896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2728" y="2185416"/>
            <a:ext cx="164592" cy="91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728" y="2395728"/>
            <a:ext cx="164592" cy="91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2768" y="2130552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应用架构.md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572768" y="2340864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应用场景说明书_XXX.md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" y="2688336"/>
            <a:ext cx="146304" cy="731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" y="2743200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136" y="26700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技术架构/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252728" y="2907792"/>
            <a:ext cx="914" cy="109728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2728" y="3017520"/>
            <a:ext cx="164592" cy="91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72768" y="296265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工程概览_A/B.md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" y="3255264"/>
            <a:ext cx="146304" cy="731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3310128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8136" y="323697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0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98448" y="3236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功能模块/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2468880" y="322783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52728" y="3474720"/>
            <a:ext cx="914" cy="539496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2728" y="3575304"/>
            <a:ext cx="164592" cy="91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2728" y="3794760"/>
            <a:ext cx="164592" cy="91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2728" y="4014216"/>
            <a:ext cx="164592" cy="91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72768" y="3520440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功能模块_XXX.md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572768" y="373989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测试设计文档_X1.md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572768" y="3959352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测试案例_X1.md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9224" y="4261104"/>
            <a:ext cx="146304" cy="731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" y="4315968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8136" y="4242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功能文档/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1252728" y="4480560"/>
            <a:ext cx="914" cy="109728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52728" y="4590288"/>
            <a:ext cx="164592" cy="91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72768" y="4535424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功能文档_X1.md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9224" y="4855464"/>
            <a:ext cx="146304" cy="731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" y="4910328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88136" y="483717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0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298448" y="48371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数据架构/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2468880" y="482803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252728" y="5074920"/>
            <a:ext cx="914" cy="32918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52728" y="5184648"/>
            <a:ext cx="164592" cy="91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52728" y="5404104"/>
            <a:ext cx="164592" cy="91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72768" y="5129784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F-ABC_Gauss_1.yaml / F-ABC_MySQL_1.yaml</a:t>
            </a:r>
            <a:endParaRPr lang="en-US" sz="1080" dirty="0"/>
          </a:p>
        </p:txBody>
      </p:sp>
      <p:sp>
        <p:nvSpPr>
          <p:cNvPr id="53" name="Text 51"/>
          <p:cNvSpPr/>
          <p:nvPr/>
        </p:nvSpPr>
        <p:spPr>
          <a:xfrm>
            <a:off x="1572768" y="5349240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数据实体_X1.md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49224" y="5577840"/>
            <a:ext cx="146304" cy="731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2648" y="5632704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FFFFFF">
              <a:alpha val="0"/>
            </a:srgbClr>
          </a:solidFill>
          <a:ln w="13970">
            <a:solidFill>
              <a:srgbClr val="C600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88136" y="555955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0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1298448" y="55595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业务知识/</a:t>
            </a:r>
            <a:endParaRPr lang="en-US" sz="1450" dirty="0"/>
          </a:p>
        </p:txBody>
      </p:sp>
      <p:sp>
        <p:nvSpPr>
          <p:cNvPr id="58" name="Shape 56"/>
          <p:cNvSpPr/>
          <p:nvPr/>
        </p:nvSpPr>
        <p:spPr>
          <a:xfrm>
            <a:off x="1252728" y="5797296"/>
            <a:ext cx="914" cy="10058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52728" y="5897880"/>
            <a:ext cx="164592" cy="914"/>
          </a:xfrm>
          <a:prstGeom prst="line">
            <a:avLst/>
          </a:prstGeom>
          <a:noFill/>
          <a:ln w="10160">
            <a:solidFill>
              <a:srgbClr val="8F969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72768" y="584301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领域术语 · 业务规则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989320" y="1792224"/>
            <a:ext cx="914" cy="914400"/>
          </a:xfrm>
          <a:prstGeom prst="line">
            <a:avLst/>
          </a:prstGeom>
          <a:noFill/>
          <a:ln w="11430">
            <a:solidFill>
              <a:srgbClr val="8F969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89320" y="4133088"/>
            <a:ext cx="914" cy="914400"/>
          </a:xfrm>
          <a:prstGeom prst="line">
            <a:avLst/>
          </a:prstGeom>
          <a:noFill/>
          <a:ln w="11430">
            <a:solidFill>
              <a:srgbClr val="8F969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06440" y="2807208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0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60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60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60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淀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64592" y="6208776"/>
            <a:ext cx="11868912" cy="914"/>
          </a:xfrm>
          <a:prstGeom prst="line">
            <a:avLst/>
          </a:prstGeom>
          <a:noFill/>
          <a:ln w="12700">
            <a:solidFill>
              <a:srgbClr val="C600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6400800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0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78992" y="64190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开发、测试共同使用</a:t>
            </a:r>
            <a:endParaRPr lang="en-US" sz="1140" dirty="0"/>
          </a:p>
        </p:txBody>
      </p:sp>
      <p:sp>
        <p:nvSpPr>
          <p:cNvPr id="67" name="Text 65"/>
          <p:cNvSpPr/>
          <p:nvPr/>
        </p:nvSpPr>
        <p:spPr>
          <a:xfrm>
            <a:off x="3493008" y="63916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776472" y="64190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测试深度参与整理</a:t>
            </a:r>
            <a:endParaRPr lang="en-US" sz="1140" dirty="0"/>
          </a:p>
        </p:txBody>
      </p:sp>
      <p:sp>
        <p:nvSpPr>
          <p:cNvPr id="69" name="Text 67"/>
          <p:cNvSpPr/>
          <p:nvPr/>
        </p:nvSpPr>
        <p:spPr>
          <a:xfrm>
            <a:off x="5650992" y="6409944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190488" y="641908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统一沉淀于 docs/**，作为应用级可发布稳定资产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智能测试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开发测试协同的知识沉淀方法论</dc:title>
  <dc:subject>开发测试协同的知识沉淀方法论</dc:subject>
  <dc:creator>RKK222</dc:creator>
  <cp:lastModifiedBy>RKK222</cp:lastModifiedBy>
  <cp:revision>1</cp:revision>
  <dcterms:created xsi:type="dcterms:W3CDTF">2026-08-02T10:42:56Z</dcterms:created>
  <dcterms:modified xsi:type="dcterms:W3CDTF">2026-08-02T10:42:56Z</dcterms:modified>
</cp:coreProperties>
</file>
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开发测试协同的知识沉淀方法论：左侧为应用级整合目录，右侧预留测试实际案例。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aka/Desktop/intelligent-test-agent/docs/presentations/assets/开发测试协同知识沉淀方法论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智能测试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开发测试协同的知识沉淀方法论</dc:title>
  <dc:subject>开发测试协同的知识沉淀方法论</dc:subject>
  <dc:creator>RKK222</dc:creator>
  <cp:lastModifiedBy>RKK222</cp:lastModifiedBy>
  <cp:revision>1</cp:revision>
  <dcterms:created xsi:type="dcterms:W3CDTF">2026-08-02T10:34:56Z</dcterms:created>
  <dcterms:modified xsi:type="dcterms:W3CDTF">2026-08-02T10:34:56Z</dcterms:modified>
</cp:coreProperties>
</file>
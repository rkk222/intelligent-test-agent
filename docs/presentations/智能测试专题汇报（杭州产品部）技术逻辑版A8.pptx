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20.svg" ContentType="image/svg+xml"/>
  <Override PartName="/ppt/media/image2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  <p:sldMasterId id="2147483659" r:id="rId4"/>
    <p:sldMasterId id="2147483671" r:id="rId5"/>
    <p:sldMasterId id="2147483687" r:id="rId6"/>
    <p:sldMasterId id="2147483699" r:id="rId7"/>
    <p:sldMasterId id="2147483711" r:id="rId8"/>
    <p:sldMasterId id="2147483724" r:id="rId9"/>
  </p:sldMasterIdLst>
  <p:notesMasterIdLst>
    <p:notesMasterId r:id="rId12"/>
  </p:notesMasterIdLst>
  <p:handoutMasterIdLst>
    <p:handoutMasterId r:id="rId21"/>
  </p:handoutMasterIdLst>
  <p:sldIdLst>
    <p:sldId id="4743" r:id="rId10"/>
    <p:sldId id="4788" r:id="rId11"/>
    <p:sldId id="4719" r:id="rId13"/>
    <p:sldId id="4789" r:id="rId14"/>
    <p:sldId id="4796" r:id="rId15"/>
    <p:sldId id="4790" r:id="rId16"/>
    <p:sldId id="4798" r:id="rId17"/>
    <p:sldId id="4792" r:id="rId18"/>
    <p:sldId id="4791" r:id="rId19"/>
    <p:sldId id="4745" r:id="rId20"/>
  </p:sldIdLst>
  <p:sldSz cx="12192000" cy="6858000"/>
  <p:notesSz cx="6858000" cy="9144000"/>
  <p:defaultTextStyle>
    <a:defPPr>
      <a:defRPr lang="zh-CN"/>
    </a:defPPr>
    <a:lvl1pPr marL="0" lvl="0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kern="1200">
        <a:solidFill>
          <a:schemeClr val="tx1"/>
        </a:solidFill>
        <a:latin typeface="Arial" panose="020B0604020202090204" pitchFamily="34" charset="0"/>
        <a:ea typeface="微软雅黑" panose="020B0503020204020204" pitchFamily="34" charset="-122"/>
        <a:cs typeface="+mn-cs"/>
      </a:defRPr>
    </a:lvl1pPr>
    <a:lvl2pPr marL="457200" lvl="1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1800" kern="1200">
        <a:solidFill>
          <a:schemeClr val="tx1"/>
        </a:solidFill>
        <a:latin typeface="Arial" panose="020B0604020202090204" pitchFamily="34" charset="0"/>
        <a:ea typeface="微软雅黑" panose="020B0503020204020204" pitchFamily="34" charset="-122"/>
        <a:cs typeface="+mn-cs"/>
      </a:defRPr>
    </a:lvl2pPr>
    <a:lvl3pPr marL="914400" lvl="2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1800" kern="1200">
        <a:solidFill>
          <a:schemeClr val="tx1"/>
        </a:solidFill>
        <a:latin typeface="Arial" panose="020B0604020202090204" pitchFamily="34" charset="0"/>
        <a:ea typeface="微软雅黑" panose="020B0503020204020204" pitchFamily="34" charset="-122"/>
        <a:cs typeface="+mn-cs"/>
      </a:defRPr>
    </a:lvl3pPr>
    <a:lvl4pPr marL="1371600" lvl="3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1800" kern="1200">
        <a:solidFill>
          <a:schemeClr val="tx1"/>
        </a:solidFill>
        <a:latin typeface="Arial" panose="020B0604020202090204" pitchFamily="34" charset="0"/>
        <a:ea typeface="微软雅黑" panose="020B0503020204020204" pitchFamily="34" charset="-122"/>
        <a:cs typeface="+mn-cs"/>
      </a:defRPr>
    </a:lvl4pPr>
    <a:lvl5pPr marL="1828800" lvl="4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1800" kern="1200">
        <a:solidFill>
          <a:schemeClr val="tx1"/>
        </a:solidFill>
        <a:latin typeface="Arial" panose="020B0604020202090204" pitchFamily="34" charset="0"/>
        <a:ea typeface="微软雅黑" panose="020B0503020204020204" pitchFamily="34" charset="-122"/>
        <a:cs typeface="+mn-cs"/>
      </a:defRPr>
    </a:lvl5pPr>
    <a:lvl6pPr marL="2286000" lvl="5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1800" kern="1200">
        <a:solidFill>
          <a:schemeClr val="tx1"/>
        </a:solidFill>
        <a:latin typeface="Arial" panose="020B0604020202090204" pitchFamily="34" charset="0"/>
        <a:ea typeface="微软雅黑" panose="020B0503020204020204" pitchFamily="34" charset="-122"/>
        <a:cs typeface="+mn-cs"/>
      </a:defRPr>
    </a:lvl6pPr>
    <a:lvl7pPr marL="2743200" lvl="6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1800" kern="1200">
        <a:solidFill>
          <a:schemeClr val="tx1"/>
        </a:solidFill>
        <a:latin typeface="Arial" panose="020B0604020202090204" pitchFamily="34" charset="0"/>
        <a:ea typeface="微软雅黑" panose="020B0503020204020204" pitchFamily="34" charset="-122"/>
        <a:cs typeface="+mn-cs"/>
      </a:defRPr>
    </a:lvl7pPr>
    <a:lvl8pPr marL="3200400" lvl="7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1800" kern="1200">
        <a:solidFill>
          <a:schemeClr val="tx1"/>
        </a:solidFill>
        <a:latin typeface="Arial" panose="020B0604020202090204" pitchFamily="34" charset="0"/>
        <a:ea typeface="微软雅黑" panose="020B0503020204020204" pitchFamily="34" charset="-122"/>
        <a:cs typeface="+mn-cs"/>
      </a:defRPr>
    </a:lvl8pPr>
    <a:lvl9pPr marL="3657600" lvl="8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1800" kern="1200">
        <a:solidFill>
          <a:schemeClr val="tx1"/>
        </a:solidFill>
        <a:latin typeface="Arial" panose="020B0604020202090204" pitchFamily="34" charset="0"/>
        <a:ea typeface="微软雅黑" panose="020B0503020204020204" pitchFamily="34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20" userDrawn="1">
          <p15:clr>
            <a:srgbClr val="A4A3A4"/>
          </p15:clr>
        </p15:guide>
        <p15:guide id="2" pos="3649" userDrawn="1">
          <p15:clr>
            <a:srgbClr val="A4A3A4"/>
          </p15:clr>
        </p15:guide>
        <p15:guide id="3" pos="129" userDrawn="1">
          <p15:clr>
            <a:srgbClr val="A4A3A4"/>
          </p15:clr>
        </p15:guide>
        <p15:guide id="4" pos="7376" userDrawn="1">
          <p15:clr>
            <a:srgbClr val="A4A3A4"/>
          </p15:clr>
        </p15:guide>
        <p15:guide id="5" orient="horz" pos="407" userDrawn="1">
          <p15:clr>
            <a:srgbClr val="A4A3A4"/>
          </p15:clr>
        </p15:guide>
        <p15:guide id="6" orient="horz" pos="3472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rwan" initials="E" lastIdx="1" clrIdx="0"/>
  <p:cmAuthor id="2" name="Jerome BESTEL" initials="JB" lastIdx="2" clrIdx="1"/>
  <p:cmAuthor id="3" name="路应川" initials="路" lastIdx="2" clrIdx="2"/>
  <p:cmAuthor id="4" name="kfzx-zhangy14" initials="k" lastIdx="1" clrIdx="3"/>
  <p:cmAuthor id="5" name="林欢哲" initials="林" lastIdx="47" clrIdx="4"/>
  <p:cmAuthor id="6" name="kfzx-linhz" initials="k" lastIdx="16" clrIdx="5"/>
  <p:cmAuthor id="7" name="kfzx-haojb" initials="k" lastIdx="28" clrIdx="6"/>
  <p:cmAuthor id="8" name="kfzx-luyc" initials="k" lastIdx="1" clrIdx="7"/>
  <p:cmAuthor id="9" name="KFZX-liuxj" initials="K" lastIdx="1" clrIdx="8"/>
  <p:cmAuthor id="10" name="00006891" initials="0" lastIdx="15" clrIdx="8"/>
  <p:cmAuthor id="11" name="10107538" initials="1" lastIdx="1" clrIdx="9"/>
  <p:cmAuthor id="12" name="bokite" initials="b" lastIdx="2" clrIdx="10"/>
  <p:cmAuthor id="13" name="zhouwd" initials="z" lastIdx="1" clrIdx="11"/>
  <p:cmAuthor id="14" name="马云飞10014438" initials="马" lastIdx="4" clrIdx="0"/>
  <p:cmAuthor id="15" name="John" initials="J" lastIdx="36" clrIdx="13"/>
  <p:cmAuthor id="16" name="10025093" initials="1" lastIdx="51" clrIdx="14"/>
  <p:cmAuthor id="17" name="10078380" initials="1" lastIdx="1" clrIdx="15"/>
  <p:cmAuthor id="18" name="00035181" initials="0" lastIdx="1" clrIdx="16"/>
  <p:cmAuthor id="19" name="Saku Uchikawa" initials="S" lastIdx="11" clrIdx="0"/>
  <p:cmAuthor id="20" name="kfzx-yangzz" initials="k" lastIdx="1" clrIdx="19"/>
  <p:cmAuthor id="21" name="kfzx-zhouying" initials="k" lastIdx="4" clrIdx="20"/>
  <p:cmAuthor id="22" name="dccb-zhengy01" initials="d" lastIdx="3" clrIdx="21"/>
  <p:cmAuthor id="23" name="kfzx-huangzb01" initials="k" lastIdx="1" clrIdx="22"/>
  <p:cmAuthor id="0" name="Windows 用户" initials="W用" lastIdx="36" clrIdx="0"/>
  <p:cmAuthor id="24" name="蔡建楠" initials="蔡" lastIdx="15" clrIdx="17"/>
  <p:cmAuthor id="25" name="10024799" initials="1" lastIdx="1" clrIdx="25"/>
  <p:cmAuthor id="26" name="容福丽/信息技术部/总行/广发银行" initials="容" lastIdx="1" clrIdx="0"/>
  <p:cmAuthor id="27" name="kfzx-huangzy01" initials="k" lastIdx="2" clrIdx="26"/>
  <p:cmAuthor id="28" name="李小雍" initials="李" lastIdx="5" clrIdx="27"/>
  <p:cmAuthor id="30" name="kfzx-zhaocy01" initials="k" lastIdx="1" clrIdx="29"/>
  <p:cmAuthor id="31" name="kfzx-mouqy" initials="k" lastIdx="3" clrIdx="30"/>
  <p:cmAuthor id="32" name="kfzx-jiangyy01" initials="k" lastIdx="22" clrIdx="31"/>
  <p:cmAuthor id="29" name="IKKI" initials="I" lastIdx="1" clrIdx="0"/>
  <p:cmAuthor id="33" name="庞尔慧" initials="庞" lastIdx="91" clrIdx="12"/>
  <p:cmAuthor id="34" name="XMY" initials="X" lastIdx="1" clrIdx="18"/>
  <p:cmAuthor id="35" name="xmy" initials="x" lastIdx="4" clrIdx="19"/>
  <p:cmAuthor id="36" name="wum20" initials="w" lastIdx="1" clrIdx="7"/>
  <p:cmAuthor id="37" name="未知用户2" initials="未" lastIdx="1" clrIdx="1"/>
  <p:cmAuthor id="38" name="未知用户3" initials="未" lastIdx="3" clrIdx="0"/>
  <p:cmAuthor id="39" name="武敏" initials="武" lastIdx="2" clrIdx="8"/>
  <p:cmAuthor id="40" name="ZYSR-XY" initials="Z" lastIdx="6" clrIdx="10"/>
  <p:cmAuthor id="41" name="刘颖" initials="刘" lastIdx="7" clrIdx="0"/>
  <p:cmAuthor id="42" name="Chen, Naikang A." initials="C" lastIdx="6" clrIdx="0"/>
  <p:cmAuthor id="43" name="song song" initials="s" lastIdx="1" clrIdx="0"/>
  <p:cmAuthor id="44" name="曾阿婷" initials="曾" lastIdx="1" clrIdx="16"/>
  <p:cmAuthor id="45" name="yubaoquan" initials="y" lastIdx="1" clrIdx="4"/>
  <p:cmAuthor id="46" name="ting yue" initials="t" lastIdx="1" clrIdx="0"/>
  <p:cmAuthor id="47" name="作者" initials="作" lastIdx="0" clrIdx="1"/>
  <p:cmAuthor id="48" name="david bin" initials="d" lastIdx="3" clrIdx="0"/>
  <p:cmAuthor id="49" name="MLOONG" initials="M" lastIdx="1" clrIdx="0"/>
  <p:cmAuthor id="50" name="未知用户4" initials="未" lastIdx="6" clrIdx="0"/>
  <p:cmAuthor id="51" name="未知用户5" initials="未" lastIdx="2" clrIdx="0"/>
  <p:cmAuthor id="52" name="未知用户6" initials="未" lastIdx="1" clrIdx="0"/>
  <p:cmAuthor id="53" name="於宝泉" initials="於" lastIdx="0" clrIdx="2"/>
  <p:cmAuthor id="54" name=" " initials=" " lastIdx="1" clrIdx="16"/>
  <p:cmAuthor id="55" name="Liu Dong" initials="L" lastIdx="1" clrIdx="0"/>
  <p:cmAuthor id="56" name="Zhao Jing" initials="Z" lastIdx="11" clrIdx="2"/>
  <p:cmAuthor id="57" name="YANQING BAO" initials="Y" lastIdx="3" clrIdx="0"/>
  <p:cmAuthor id="58" name="Roet-Reinking, Nathalie" initials="R" lastIdx="1" clrIdx="0"/>
  <p:cmAuthor id="59" name="张金龙" initials="张" lastIdx="9" clrIdx="0"/>
  <p:cmAuthor id="60" name="祝惠蓉" initials="祝" lastIdx="3" clrIdx="8"/>
  <p:cmAuthor id="61" name="zhq" initials="z" lastIdx="7" clrIdx="20"/>
  <p:cmAuthor id="62" name="张琦" initials="张" lastIdx="46" clrIdx="21"/>
  <p:cmAuthor id="64" name="kfzx-yanli1" initials="k" lastIdx="2" clrIdx="63"/>
  <p:cmAuthor id="74" name="姜珊" initials="姜" lastIdx="1" clrIdx="0"/>
  <p:cmAuthor id="75" name="s x" initials="s" lastIdx="2" clrIdx="0"/>
  <p:cmAuthor id="80" name="未知用户12" initials="未" lastIdx="2" clrIdx="0"/>
  <p:cmAuthor id="81" name="孟萦" initials="孟" lastIdx="1" clrIdx="2"/>
  <p:cmAuthor id="85" name="ts" initials="t" lastIdx="0" clrIdx="0"/>
  <p:cmAuthor id="86" name="郭欣萍" initials="郭" lastIdx="4" clrIdx="3"/>
  <p:cmAuthor id="87" name="何 静" initials="何" lastIdx="1" clrIdx="4"/>
  <p:cmAuthor id="88" name="唐思源" initials="唐" lastIdx="1" clrIdx="0"/>
  <p:cmAuthor id="287643684" name="孟芳芳（借调）" initials="V" lastIdx="1" clrIdx="37"/>
  <p:cmAuthor id="287643685" name="zhuxiangyi" initials="z" lastIdx="1" clrIdx="38"/>
  <p:cmAuthor id="287643681" name="殷格非" initials="殷" lastIdx="2" clrIdx="0"/>
  <p:cmAuthor id="287643682" name="z r" initials="zr" lastIdx="5" clrIdx="12"/>
  <p:cmAuthor id="287643683" name="lc xue" initials="lx" lastIdx="1" clrIdx="22"/>
  <p:cmAuthor id="73" name="kfzx-chenqx" initials="k" lastIdx="1" clrIdx="72"/>
  <p:cmAuthor id="71" name="KFZX-yaox" initials="K" lastIdx="1" clrIdx="70"/>
  <p:cmAuthor id="72" name="kfzx-wangdm" initials="k" lastIdx="2" clrIdx="71"/>
  <p:cmAuthor id="76" name="epstean1" initials="e" lastIdx="19" clrIdx="0"/>
  <p:cmAuthor id="2000" name="BA-俞阳" initials="authorId_4447802" lastIdx="786238" clrIdx="0"/>
  <p:cmAuthor id="77" name="kfzx-chenzf" initials="k" lastIdx="1" clrIdx="76"/>
  <p:cmAuthor id="79" name="李华亮" initials="李" lastIdx="1" clrIdx="78"/>
  <p:cmAuthor id="78" name="kfzx-wangwf" initials="k" lastIdx="1" clrIdx="77"/>
  <p:cmAuthor id="2001" name="shijiaxin" initials="s" lastIdx="4" clrIdx="77"/>
  <p:cmAuthor id="83" name="雷赛龄" initials="雷" lastIdx="1" clrIdx="82"/>
  <p:cmAuthor id="84" name="KFZX-SHIXD" initials="K" lastIdx="1" clrIdx="83"/>
  <p:cmAuthor id="82" name="kfzx-yangtt1" initials="k" lastIdx="1" clrIdx="81"/>
  <p:cmAuthor id="90" name="kfzx-duanqs" initials="k" lastIdx="1" clrIdx="89"/>
  <p:cmAuthor id="91" name="kfzx-yext" initials="k" lastIdx="1" clrIdx="90"/>
  <p:cmAuthor id="70" name="张 明晖" initials="张" lastIdx="1" clrIdx="69"/>
  <p:cmAuthor id="92" name="kfzx-pengxq" initials="k" lastIdx="1" clrIdx="91"/>
  <p:cmAuthor id="191251535" name="沈霄雷" initials="沈" lastIdx="833089" clrIdx="0"/>
  <p:cmAuthor id="191251536" name="SF" initials="S" lastIdx="6" clrIdx="11"/>
  <p:cmAuthor id="191251537" name="sammi" initials="s" lastIdx="0" clrIdx="12"/>
  <p:cmAuthor id="191251538" name="zhangmh@httz.cc" initials="z" lastIdx="3" clrIdx="13"/>
  <p:cmAuthor id="191251539" name="wang" initials="wang" lastIdx="1" clrIdx="14"/>
  <p:cmAuthor id="191251540" name="Microsoft Office User" initials="MOU" lastIdx="1" clrIdx="15"/>
  <p:cmAuthor id="191251541" name="sjzx" initials="s" lastIdx="1" clrIdx="25"/>
  <p:cmAuthor id="191251542" name="yang.yuan" initials="y" lastIdx="0" clrIdx="17"/>
  <p:cmAuthor id="89" name="dccb-zhansy" initials="d" lastIdx="1" clrIdx="72"/>
  <p:cmAuthor id="98" name="kfzx-jianglu" initials="k" lastIdx="1" clrIdx="97"/>
  <p:cmAuthor id="100" name="kfzx-zhengl" initials="k" lastIdx="1" clrIdx="99"/>
  <p:cmAuthor id="105" name="KFZX-WUYG" initials="K" lastIdx="2" clrIdx="104"/>
  <p:cmAuthor id="63" name="man zhang" initials="m" lastIdx="1" clrIdx="25"/>
  <p:cmAuthor id="103" name="icbc" initials="i" lastIdx="1" clrIdx="102"/>
  <p:cmAuthor id="104" name="kfzx-caizy" initials="k" lastIdx="1" clrIdx="103"/>
  <p:cmAuthor id="106" name="001334518" initials="0" lastIdx="1" clrIdx="105"/>
  <p:cmAuthor id="65" name="kfzx-dudy" initials="k" lastIdx="1" clrIdx="64"/>
  <p:cmAuthor id="101" name="kfzx-jis" initials="k" lastIdx="1" clrIdx="100"/>
  <p:cmAuthor id="109" name="888804626" initials="8" lastIdx="1" clrIdx="108"/>
  <p:cmAuthor id="116" name="kfzx-zhouwz" initials="z" lastIdx="2" clrIdx="115"/>
  <p:cmAuthor id="111" name="kfzx-wangyy02" initials="k" lastIdx="1" clrIdx="110"/>
  <p:cmAuthor id="107" name="倪展琼" initials="倪" lastIdx="1" clrIdx="106"/>
  <p:cmAuthor id="94" name="潘旻然" initials="潘" lastIdx="1" clrIdx="93"/>
  <p:cmAuthor id="113" name="kfzx-zhengjie01" initials="k" lastIdx="1" clrIdx="112"/>
  <p:cmAuthor id="120" name="kfzx-wangjy" initials="k" lastIdx="1" clrIdx="119"/>
  <p:cmAuthor id="102" name="kfzx-fanly" initials="k" lastIdx="1" clrIdx="101"/>
  <p:cmAuthor id="97" name="kfzx-linh" initials="k" lastIdx="1" clrIdx="96"/>
  <p:cmAuthor id="151" name="吕永朋" initials="吕" lastIdx="1" clrIdx="0"/>
  <p:cmAuthor id="152" name="未知用户22" initials="未" lastIdx="0" clrIdx="0"/>
  <p:cmAuthor id="154" name="未知用户27" initials="未" lastIdx="7" clrIdx="0"/>
  <p:cmAuthor id="158" name="547716734@qq.com" initials="5" lastIdx="0" clrIdx="0"/>
  <p:cmAuthor id="160" name="ProMedican" initials="P" lastIdx="2" clrIdx="1"/>
  <p:cmAuthor id="162" name="廖爽亚" initials="廖" lastIdx="4" clrIdx="2"/>
  <p:cmAuthor id="172" name="zhuqy3" initials="z" lastIdx="1" clrIdx="0"/>
  <p:cmAuthor id="175" name="蔡静敏" initials="CJM" lastIdx="4" clrIdx="174"/>
  <p:cmAuthor id="93" name="鱼 飞" initials="鱼" lastIdx="2" clrIdx="0"/>
  <p:cmAuthor id="95" name="可臣 王" initials="可" lastIdx="2" clrIdx="0"/>
  <p:cmAuthor id="96" name="qqqqq" initials="q" lastIdx="2" clrIdx="0"/>
  <p:cmAuthor id="99" name="中国人寿曲阜公司个险部" initials="中" lastIdx="1" clrIdx="17"/>
  <p:cmAuthor id="110" name="QBOSSCHEN" initials="Q" lastIdx="1" clrIdx="0"/>
  <p:cmAuthor id="114" name="Calvin G" initials="C" lastIdx="1" clrIdx="0"/>
  <p:cmAuthor id="115" name="张莹" initials="张" lastIdx="2" clrIdx="0"/>
  <p:cmAuthor id="117" name="spring_ren" initials="s" lastIdx="2" clrIdx="1"/>
  <p:cmAuthor id="118" name="feng wei" initials="f" lastIdx="1" clrIdx="0"/>
  <p:cmAuthor id="119" name="王永" initials="王" lastIdx="4" clrIdx="94"/>
  <p:cmAuthor id="121" name="未知用户24" initials="未" lastIdx="1" clrIdx="0"/>
  <p:cmAuthor id="49837067" name="刘浩" initials="刘" lastIdx="180431" clrIdx="0"/>
  <p:cmAuthor id="122" name="yanqiqi-lgd" initials="y" lastIdx="2" clrIdx="5"/>
  <p:cmAuthor id="49837069" name="taiping" initials="t" lastIdx="1" clrIdx="95"/>
  <p:cmAuthor id="123" name="番茄花园" initials="番" lastIdx="4" clrIdx="0"/>
  <p:cmAuthor id="125" name="未知用户23" initials="未" lastIdx="4" clrIdx="2"/>
  <p:cmAuthor id="126" name="zq" initials="z" lastIdx="1" clrIdx="0"/>
  <p:cmAuthor id="127" name="未知用户28" initials="未" lastIdx="1" clrIdx="0"/>
  <p:cmAuthor id="128" name="未知用户26" initials="未" lastIdx="1" clrIdx="3"/>
  <p:cmAuthor id="131" name="hu oreo" initials="ho" lastIdx="1" clrIdx="34"/>
  <p:cmAuthor id="132" name="宋 歌" initials="宋" lastIdx="1" clrIdx="35"/>
  <p:cmAuthor id="133" name="林 声洋" initials="林" lastIdx="1" clrIdx="0"/>
  <p:cmAuthor id="134" name="Ray" initials="R" lastIdx="0" clrIdx="0"/>
  <p:cmAuthor id="135" name="zhengzhong" initials="z" lastIdx="2" clrIdx="0"/>
  <p:cmAuthor id="136" name="ydx2003new@163.com" initials="y" lastIdx="1" clrIdx="0"/>
  <p:cmAuthor id="137" name="未知用户10" initials="未" lastIdx="1" clrIdx="19"/>
  <p:cmAuthor id="138" name="gongxuan" initials="g" lastIdx="1" clrIdx="0"/>
  <p:cmAuthor id="139" name="未知用户13" initials="未" lastIdx="11" clrIdx="0"/>
  <p:cmAuthor id="140" name="未知用户15" initials="未" lastIdx="1" clrIdx="0"/>
  <p:cmAuthor id="141" name="未知用户16" initials="未" lastIdx="1" clrIdx="0"/>
  <p:cmAuthor id="142" name="未知用户17" initials="未" lastIdx="3" clrIdx="0"/>
  <p:cmAuthor id="143" name="未知用户18" initials="未" lastIdx="1" clrIdx="0"/>
  <p:cmAuthor id="144" name="Sky.Wang" initials="S" lastIdx="10" clrIdx="0"/>
  <p:cmAuthor id="147" name="njlife" initials="n" lastIdx="2" clrIdx="0"/>
  <p:cmAuthor id="148" name="未知用户19" initials="未" lastIdx="3" clrIdx="0"/>
  <p:cmAuthor id="149" name="未知用户39" initials="未" lastIdx="1" clrIdx="0"/>
  <p:cmAuthor id="150" name="未知用户40" initials="未" lastIdx="3" clrIdx="0"/>
  <p:cmAuthor id="165" name="kfzx-liuhf" initials="k" lastIdx="1" clrIdx="164"/>
  <p:cmAuthor id="353158055" name="韩雨" initials="韩" lastIdx="0" clrIdx="0"/>
  <p:cmAuthor id="394525608" name="仇怿俊" initials="仇" lastIdx="0" clrIdx="0"/>
  <p:cmAuthor id="394525609" name="mei shuo" initials="mei shuo" lastIdx="1" clrIdx="24"/>
  <p:cmAuthor id="394525610" name="dengwanting" initials="d" lastIdx="1" clrIdx="50"/>
  <p:cmAuthor id="691587970" name="小延魔法师" initials="小" lastIdx="1126286" clrIdx="0"/>
  <p:cmAuthor id="394525611" name="mouse zz" initials="mz" lastIdx="1" clrIdx="54"/>
  <p:cmAuthor id="1411827" name="黄晓平" initials="黄" lastIdx="0" clrIdx="0"/>
  <p:cmAuthor id="691587971" name="谢聪_NRFnveMF" initials="authorId_202410" lastIdx="0" clrIdx="0"/>
  <p:cmAuthor id="2002" name="朱海涛_JvEv6r2i" initials="authorId_453791" lastIdx="0" clrIdx="0"/>
  <p:cmAuthor id="161" name="张路" initials="路" lastIdx="1" clrIdx="160"/>
  <p:cmAuthor id="163" name="91huhang" initials="9" lastIdx="1" clrIdx="0"/>
  <p:cmAuthor id="164" name="李 鹤" initials="李" lastIdx="1" clrIdx="93"/>
  <p:cmAuthor id="168" name="侯清英" initials="侯" lastIdx="1" clrIdx="0"/>
  <p:cmAuthor id="169" name="齐登宝" initials="齐" lastIdx="1" clrIdx="1"/>
  <p:cmAuthor id="170" name="Student" initials="S" lastIdx="1" clrIdx="81"/>
  <p:cmAuthor id="171" name="瑶" initials="瑶" lastIdx="1" clrIdx="97"/>
  <p:cmAuthor id="108" name="王顶" initials="王" lastIdx="1" clrIdx="0"/>
  <p:cmAuthor id="112" name="罗彬" initials="罗" lastIdx="1" clrIdx="0"/>
  <p:cmAuthor id="129" name="Tracy Chen" initials="T" lastIdx="1" clrIdx="0"/>
  <p:cmAuthor id="130" name="dongwc0205" initials="d" lastIdx="1" clrIdx="15"/>
  <p:cmAuthor id="145" name="Xzjd" initials="X" lastIdx="2" clrIdx="0"/>
  <p:cmAuthor id="146" name="TaiKang" initials="T" lastIdx="0" clrIdx="0"/>
  <p:cmAuthor id="2972517" name="韩佳楠" initials="韩" lastIdx="1488322" clrIdx="0"/>
  <p:cmAuthor id="2003" name="杜晶晶-投资者关系部_vM3mnymA" initials="authorId_1323951053" lastIdx="1649699480" clrIdx="0"/>
  <p:cmAuthor id="177" name="kfzx-meiyt" initials="k" lastIdx="1" clrIdx="176"/>
  <p:cmAuthor id="708433798" name="jialuo" initials="j" lastIdx="0" clrIdx="0"/>
  <p:cmAuthor id="708433799" name="清泺 戴" initials="清戴" lastIdx="25" clrIdx="36"/>
  <p:cmAuthor id="381437688" name="谢学斌" initials="谢" lastIdx="0" clrIdx="0"/>
  <p:cmAuthor id="2004" name="沈思铭" initials="沈思铭" lastIdx="19" clrIdx="34"/>
  <p:cmAuthor id="210492765" name="施普希（菜菜）" initials="施" lastIdx="0" clrIdx="0"/>
  <p:cmAuthor id="210492766" name="潜龙 陈" initials="潜陈" lastIdx="1" clrIdx="285"/>
  <p:cmAuthor id="210492767" name="书佳 王" initials="书王" lastIdx="3" clrIdx="287"/>
  <p:cmAuthor id="159" name="未知的使用者68" initials="未" lastIdx="1" clrIdx="0"/>
  <p:cmAuthor id="166" name="未知的使用者71" initials="未" lastIdx="1" clrIdx="1"/>
  <p:cmAuthor id="173" name="未知用户90" initials="未" lastIdx="5" clrIdx="1"/>
  <p:cmAuthor id="174" name="未知用户91" initials="未" lastIdx="0" clrIdx="1"/>
  <p:cmAuthor id="176" name="未知用户74" initials="未" lastIdx="5" clrIdx="1"/>
  <p:cmAuthor id="178" name="未知用户76" initials="未" lastIdx="1" clrIdx="0"/>
  <p:cmAuthor id="179" name="未知用户77" initials="未" lastIdx="8" clrIdx="0"/>
  <p:cmAuthor id="180" name="未知用户78" initials="未" lastIdx="8" clrIdx="0"/>
  <p:cmAuthor id="8535702" name="曾蓓/贝贝" initials="曾" lastIdx="0" clrIdx="0"/>
  <p:cmAuthor id="181" name="未知用户79" initials="未" lastIdx="1" clrIdx="0"/>
  <p:cmAuthor id="182" name="未知用户80" initials="未" lastIdx="1" clrIdx="0"/>
  <p:cmAuthor id="183" name="未知用户81" initials="未" lastIdx="1" clrIdx="0"/>
  <p:cmAuthor id="184" name="未知的使用者95" initials="未" lastIdx="1" clrIdx="0"/>
  <p:cmAuthor id="185" name="未知的使用者92" initials="未" lastIdx="1" clrIdx="0"/>
  <p:cmAuthor id="186" name="未知的使用者93" initials="未" lastIdx="1" clrIdx="1"/>
  <p:cmAuthor id="187" name="未知的使用者94" initials="未" lastIdx="1" clrIdx="2"/>
  <p:cmAuthor id="188" name="Christina" initials="C" lastIdx="0" clrIdx="0"/>
  <p:cmAuthor id="189" name="jet" initials="j" lastIdx="1" clrIdx="0"/>
  <p:cmAuthor id="190" name="未知用户61" initials="未" lastIdx="8" clrIdx="0"/>
  <p:cmAuthor id="191" name="未知用户60" initials="未" lastIdx="1" clrIdx="0"/>
  <p:cmAuthor id="192" name="Unknown User24" initials="U" lastIdx="1" clrIdx="0"/>
  <p:cmAuthor id="193" name="Unknown User25" initials="U" lastIdx="1" clrIdx="0"/>
  <p:cmAuthor id="194" name="Unknown User26" initials="U" lastIdx="1" clrIdx="1"/>
  <p:cmAuthor id="195" name="Unknown User27" initials="U" lastIdx="1" clrIdx="0"/>
  <p:cmAuthor id="196" name="Unknown User28" initials="U" lastIdx="3" clrIdx="1"/>
  <p:cmAuthor id="197" name="Unknown User11" initials="U" lastIdx="0" clrIdx="1"/>
  <p:cmAuthor id="198" name="Unknown User22" initials="U" lastIdx="1" clrIdx="0"/>
  <p:cmAuthor id="199" name="Unknown User23" initials="U" lastIdx="1" clrIdx="0"/>
  <p:cmAuthor id="200" name="未知的使用者112" initials="未" lastIdx="1" clrIdx="1"/>
  <p:cmAuthor id="201" name="未知的使用者107" initials="未" lastIdx="1" clrIdx="0"/>
  <p:cmAuthor id="202" name="未知的使用者108" initials="未" lastIdx="1" clrIdx="1"/>
  <p:cmAuthor id="203" name="未知的使用者98" initials="未" lastIdx="1" clrIdx="2"/>
  <p:cmAuthor id="204" name="未知的使用者145" initials="未" lastIdx="1" clrIdx="0"/>
  <p:cmAuthor id="205" name="未知的使用者146" initials="未" lastIdx="1" clrIdx="0"/>
  <p:cmAuthor id="206" name="未知的使用者147" initials="未" lastIdx="1" clrIdx="1"/>
  <p:cmAuthor id="207" name="未知的使用者144" initials="未" lastIdx="1" clrIdx="2"/>
  <p:cmAuthor id="208" name="未知的使用者133" initials="未" lastIdx="1" clrIdx="0"/>
  <p:cmAuthor id="209" name="未知的使用者134" initials="未" lastIdx="1" clrIdx="0"/>
  <p:cmAuthor id="210" name="未知的使用者135" initials="未" lastIdx="2" clrIdx="0"/>
  <p:cmAuthor id="211" name="未知的使用者136" initials="未" lastIdx="1" clrIdx="0"/>
  <p:cmAuthor id="212" name="未知的使用者137" initials="未" lastIdx="5" clrIdx="0"/>
  <p:cmAuthor id="213" name="未知的使用者138" initials="未" lastIdx="10" clrIdx="0"/>
  <p:cmAuthor id="214" name="未知的使用者139" initials="未" lastIdx="1" clrIdx="0"/>
  <p:cmAuthor id="215" name="未知的使用者140" initials="未" lastIdx="1" clrIdx="1"/>
  <p:cmAuthor id="216" name="未知的使用者197" initials="未" lastIdx="8" clrIdx="0"/>
  <p:cmAuthor id="217" name="未知的使用者162" initials="未" lastIdx="8" clrIdx="0"/>
  <p:cmAuthor id="218" name="未知的使用者163" initials="未" lastIdx="1" clrIdx="0"/>
  <p:cmAuthor id="219" name="未知的使用者170" initials="未" lastIdx="0" clrIdx="1"/>
  <p:cmAuthor id="220" name="未知的使用者165" initials="未" lastIdx="1" clrIdx="0"/>
  <p:cmAuthor id="221" name="未知的使用者158" initials="未" lastIdx="1" clrIdx="0"/>
  <p:cmAuthor id="222" name="未知的使用者148" initials="未" lastIdx="5" clrIdx="0"/>
  <p:cmAuthor id="223" name="未知的使用者149" initials="未" lastIdx="10" clrIdx="0"/>
  <p:cmAuthor id="224" name="未知的使用者150" initials="未" lastIdx="1" clrIdx="0"/>
  <p:cmAuthor id="225" name="未知的使用者166" initials="未" lastIdx="8" clrIdx="0"/>
  <p:cmAuthor id="226" name="未知的使用者167" initials="未" lastIdx="0" clrIdx="1"/>
  <p:cmAuthor id="227" name="未知的使用者159" initials="未" lastIdx="1" clrIdx="1"/>
  <p:cmAuthor id="228" name="未知的使用者160" initials="未" lastIdx="1" clrIdx="0"/>
  <p:cmAuthor id="229" name="未知的使用者168" initials="未" lastIdx="1" clrIdx="0"/>
  <p:cmAuthor id="230" name="未知的使用者169" initials="未" lastIdx="1" clrIdx="0"/>
  <p:cmAuthor id="231" name="未知的使用者117" initials="未" lastIdx="1" clrIdx="0"/>
  <p:cmAuthor id="232" name="未知的使用者115" initials="未" lastIdx="1" clrIdx="1"/>
  <p:cmAuthor id="233" name="未知的使用者119" initials="未" lastIdx="1" clrIdx="2"/>
  <p:cmAuthor id="234" name="clinchen" initials="c" lastIdx="0" clrIdx="1"/>
  <p:cmAuthor id="237" name="未知的使用者198" initials="未" lastIdx="1" clrIdx="0"/>
  <p:cmAuthor id="238" name="未知的使用者205" initials="未" lastIdx="0" clrIdx="1"/>
  <p:cmAuthor id="239" name="未知的使用者200" initials="未" lastIdx="1" clrIdx="0"/>
  <p:cmAuthor id="240" name="未知的使用者181" initials="未" lastIdx="1" clrIdx="0"/>
  <p:cmAuthor id="241" name="未知的使用者194" initials="未" lastIdx="1" clrIdx="0"/>
  <p:cmAuthor id="242" name="未知的使用者182" initials="未" lastIdx="1" clrIdx="0"/>
  <p:cmAuthor id="243" name="未知的使用者183" initials="未" lastIdx="2" clrIdx="0"/>
  <p:cmAuthor id="244" name="未知的使用者184" initials="未" lastIdx="8" clrIdx="0"/>
  <p:cmAuthor id="245" name="未知的使用者185" initials="未" lastIdx="5" clrIdx="0"/>
  <p:cmAuthor id="246" name="未知的使用者186" initials="未" lastIdx="10" clrIdx="0"/>
  <p:cmAuthor id="247" name="未知的使用者187" initials="未" lastIdx="1" clrIdx="0"/>
  <p:cmAuthor id="248" name="未知的使用者201" initials="未" lastIdx="8" clrIdx="0"/>
  <p:cmAuthor id="249" name="未知的使用者202" initials="未" lastIdx="0" clrIdx="1"/>
  <p:cmAuthor id="250" name="未知的使用者171" initials="未" lastIdx="3" clrIdx="1"/>
  <p:cmAuthor id="251" name="未知的使用者195" initials="未" lastIdx="1" clrIdx="1"/>
  <p:cmAuthor id="252" name="未知的使用者173" initials="未" lastIdx="6" clrIdx="0"/>
  <p:cmAuthor id="253" name="未知的使用者196" initials="未" lastIdx="1" clrIdx="0"/>
  <p:cmAuthor id="254" name="未知的使用者175" initials="未" lastIdx="2" clrIdx="0"/>
  <p:cmAuthor id="255" name="未知的使用者203" initials="未" lastIdx="1" clrIdx="0"/>
  <p:cmAuthor id="256" name="未知的使用者204" initials="未" lastIdx="1" clrIdx="0"/>
  <p:cmAuthor id="257" name="未知的使用者41" initials="未" lastIdx="5" clrIdx="1"/>
  <p:cmAuthor id="258" name="未知的使用者42" initials="未" lastIdx="1" clrIdx="1"/>
  <p:cmAuthor id="259" name="Evonlin" initials="E" lastIdx="2" clrIdx="2"/>
  <p:cmAuthor id="260" name="未知的使用者39" initials="未" lastIdx="10" clrIdx="0"/>
  <p:cmAuthor id="261" name="未知的使用者38" initials="未" lastIdx="1" clrIdx="0"/>
  <p:cmAuthor id="262" name="未知用户37" initials="未" lastIdx="8" clrIdx="0"/>
  <p:cmAuthor id="263" name="未知用户38" initials="未" lastIdx="8" clrIdx="0"/>
  <p:cmAuthor id="265" name="Admin" initials="A" lastIdx="1" clrIdx="2"/>
  <p:cmAuthor id="266" name="未知的使用者64" initials="未" lastIdx="8" clrIdx="0"/>
  <p:cmAuthor id="267" name="未知的使用者65" initials="未" lastIdx="1" clrIdx="0"/>
  <p:cmAuthor id="268" name="未知的使用者66" initials="未" lastIdx="1" clrIdx="0"/>
  <p:cmAuthor id="269" name="未知的使用者57" initials="未" lastIdx="1" clrIdx="0"/>
  <p:cmAuthor id="271" name="未知用户36" initials="未" lastIdx="1" clrIdx="0"/>
  <p:cmAuthor id="274" name="未知用户29" initials="未" lastIdx="1" clrIdx="0"/>
  <p:cmAuthor id="275" name="未知用户30" initials="未" lastIdx="2" clrIdx="0"/>
  <p:cmAuthor id="276" name="未知用户31" initials="未" lastIdx="1" clrIdx="1"/>
  <p:cmAuthor id="277" name="未知用户32" initials="未" lastIdx="1" clrIdx="0"/>
  <p:cmAuthor id="278" name="未知用户33" initials="未" lastIdx="1" clrIdx="0"/>
  <p:cmAuthor id="279" name="未知用户34" initials="未" lastIdx="2" clrIdx="0"/>
  <p:cmAuthor id="280" name="huang gerrard" initials="h" lastIdx="1" clrIdx="0"/>
  <p:cmAuthor id="281" name="xuanyuanxuanyi dad" initials="xd" lastIdx="1" clrIdx="50"/>
  <p:cmAuthor id="282" name="kingdee" initials="k" lastIdx="5" clrIdx="51"/>
  <p:cmAuthor id="284" name="LLM" initials="L" lastIdx="2" clrIdx="283"/>
  <p:cmAuthor id="285" name="hongmudan" initials="h" lastIdx="2" clrIdx="284"/>
  <p:cmAuthor id="287" name="kongtao" initials="k" lastIdx="8" clrIdx="286"/>
  <p:cmAuthor id="302" name="kfzx-lind" initials="k" lastIdx="1" clrIdx="301"/>
  <p:cmAuthor id="312" name="000823681" initials="0" lastIdx="1" clrIdx="311"/>
  <p:cmAuthor id="287643686" name="刘晨光_fiqiU7zU" initials="authorId_344979" lastIdx="0" clrIdx="0"/>
  <p:cmAuthor id="318" name="马超" initials="马" lastIdx="1" clrIdx="317"/>
  <p:cmAuthor id="124" name="未知的使用者59" initials="未" lastIdx="8" clrIdx="0"/>
  <p:cmAuthor id="153" name="yuexuejun" initials="y" lastIdx="3" clrIdx="0"/>
  <p:cmAuthor id="155" name="未知的使用者76" initials="未" lastIdx="1" clrIdx="0"/>
  <p:cmAuthor id="156" name="未知的使用者70" initials="未" lastIdx="1" clrIdx="0"/>
  <p:cmAuthor id="157" name="未知的使用者73" initials="未" lastIdx="1" clrIdx="0"/>
  <p:cmAuthor id="167" name="不明使用者20" initials="不" lastIdx="1" clrIdx="0"/>
  <p:cmAuthor id="270" name="未知用户35" initials="未" lastIdx="1" clrIdx="0"/>
  <p:cmAuthor id="323" name="kfzx-zhangsj" initials="k" lastIdx="2" clrIdx="322"/>
  <p:cmAuthor id="708433800" name="周文泽_zeq2f63y" initials="authorId_159164" lastIdx="0" clrIdx="0"/>
  <p:cmAuthor id="708433801" name="冯程_QRjemMFR" initials="authorId_228276" lastIdx="0" clrIdx="0"/>
  <p:cmAuthor id="708433802" name="郑凯_ie2mrmI3" initials="authorId_159141" lastIdx="0" clrIdx="0"/>
  <p:cmAuthor id="191251543" name="王娟" initials="1" lastIdx="1" clrIdx="31"/>
  <p:cmAuthor id="191251544" name="洁 杨" initials="洁杨" lastIdx="4" clrIdx="36"/>
  <p:cmAuthor id="557618451" name="fengc" initials="f" lastIdx="2" clrIdx="327"/>
  <p:cmAuthor id="319" name="kfzx-luanjie" initials="k" lastIdx="1" clrIdx="318"/>
  <p:cmAuthor id="314" name="kfzx-liyl01" initials="k" lastIdx="1" clrIdx="313"/>
  <p:cmAuthor id="315" name="000831501" initials="0" lastIdx="1" clrIdx="314"/>
  <p:cmAuthor id="316" name="朱金美" initials="朱" lastIdx="1" clrIdx="315"/>
  <p:cmAuthor id="310" name="kfzx-zhuhy" initials="k" lastIdx="1" clrIdx="309"/>
  <p:cmAuthor id="320" name="kfzx-wujh" initials="k" lastIdx="1" clrIdx="319"/>
  <p:cmAuthor id="321" name="kfzx-zhouy03" initials="k" lastIdx="1" clrIdx="320"/>
  <p:cmAuthor id="325" name="001153021" initials="0" lastIdx="1" clrIdx="324"/>
  <p:cmAuthor id="328" name="kfzx-xuwang" initials="k" lastIdx="1" clrIdx="327"/>
  <p:cmAuthor id="389" name="李 东科" initials="李" lastIdx="1" clrIdx="35"/>
  <p:cmAuthor id="394" name="Lenovo" initials="L" lastIdx="1" clrIdx="0"/>
  <p:cmAuthor id="395" name="袁正海" initials="袁" lastIdx="1" clrIdx="0"/>
  <p:cmAuthor id="401" name="未知用户84" initials="未" lastIdx="1" clrIdx="0"/>
  <p:cmAuthor id="402" name="think" initials="t" lastIdx="1" clrIdx="0"/>
  <p:cmAuthor id="404" name="未知用户87" initials="未" lastIdx="9" clrIdx="0"/>
  <p:cmAuthor id="405" name="未知用户88" initials="未" lastIdx="1" clrIdx="0"/>
  <p:cmAuthor id="410" name="未知用户94" initials="未" lastIdx="0" clrIdx="0"/>
  <p:cmAuthor id="411" name="未知用户95" initials="未" lastIdx="1" clrIdx="0"/>
  <p:cmAuthor id="412" name="未知用户96" initials="未" lastIdx="0" clrIdx="1"/>
  <p:cmAuthor id="461" name="linkplus" initials="l" lastIdx="1" clrIdx="0"/>
  <p:cmAuthor id="466" name="未知用户118" initials="未" lastIdx="1" clrIdx="0"/>
  <p:cmAuthor id="470" name="未知用户119" initials="未" lastIdx="0" clrIdx="0"/>
  <p:cmAuthor id="471" name="未知用户120" initials="未" lastIdx="1" clrIdx="1"/>
  <p:cmAuthor id="472" name="alen" initials="a" lastIdx="2" clrIdx="0"/>
  <p:cmAuthor id="473" name="未知用户121" initials="未" lastIdx="8" clrIdx="0"/>
  <p:cmAuthor id="474" name="未知用户122" initials="未" lastIdx="0" clrIdx="0"/>
  <p:cmAuthor id="475" name="未知用户123" initials="未" lastIdx="1" clrIdx="0"/>
  <p:cmAuthor id="476" name="未知用户124" initials="未" lastIdx="9" clrIdx="0"/>
  <p:cmAuthor id="477" name="未知用户125" initials="未" lastIdx="2" clrIdx="0"/>
  <p:cmAuthor id="478" name="未知用户126" initials="未" lastIdx="1" clrIdx="0"/>
  <p:cmAuthor id="479" name="未知用户127" initials="未" lastIdx="1" clrIdx="0"/>
  <p:cmAuthor id="480" name="未知用户128" initials="未" lastIdx="1" clrIdx="0"/>
  <p:cmAuthor id="481" name="未知用户129" initials="未" lastIdx="0" clrIdx="8"/>
  <p:cmAuthor id="482" name="未知用户130" initials="未" lastIdx="1" clrIdx="0"/>
  <p:cmAuthor id="483" name="未知用户131" initials="未" lastIdx="10" clrIdx="0"/>
  <p:cmAuthor id="484" name="未知用户132" initials="未" lastIdx="1" clrIdx="0"/>
  <p:cmAuthor id="485" name="未知用户133" initials="未" lastIdx="2" clrIdx="0"/>
  <p:cmAuthor id="486" name="未知用户134" initials="未" lastIdx="1" clrIdx="0"/>
  <p:cmAuthor id="487" name="未知用户135" initials="未" lastIdx="0" clrIdx="0"/>
  <p:cmAuthor id="488" name="未知用户136" initials="未" lastIdx="1" clrIdx="0"/>
  <p:cmAuthor id="489" name="未知用户137" initials="未" lastIdx="0" clrIdx="0"/>
  <p:cmAuthor id="491" name="USER" initials="U" lastIdx="0" clrIdx="0"/>
  <p:cmAuthor id="493" name="未知用户138" initials="未" lastIdx="7" clrIdx="0"/>
  <p:cmAuthor id="496" name="未知用户141" initials="未" lastIdx="0" clrIdx="0"/>
  <p:cmAuthor id="497" name="未知用户142" initials="未" lastIdx="0" clrIdx="1"/>
  <p:cmAuthor id="500" name="未知用户143" initials="未" lastIdx="1" clrIdx="0"/>
  <p:cmAuthor id="502" name="未知用户144" initials="未" lastIdx="1" clrIdx="0"/>
  <p:cmAuthor id="503" name="未知用户145" initials="未" lastIdx="2" clrIdx="0"/>
  <p:cmAuthor id="507" name="未知用户114" initials="未" lastIdx="1" clrIdx="0"/>
  <p:cmAuthor id="508" name="未知用户115" initials="未" lastIdx="0" clrIdx="1"/>
  <p:cmAuthor id="509" name="未知用户116" initials="未" lastIdx="1" clrIdx="0"/>
  <p:cmAuthor id="510" name="未知用户117" initials="未" lastIdx="0" clrIdx="0"/>
  <p:cmAuthor id="511" name="未知用户139" initials="未" lastIdx="0" clrIdx="0"/>
  <p:cmAuthor id="517" name="王 一鸣" initials="王" lastIdx="1" clrIdx="0"/>
  <p:cmAuthor id="520" name="Well Li" initials="W" lastIdx="1" clrIdx="0"/>
  <p:cmAuthor id="522" name="未知用户188" initials="未" lastIdx="1" clrIdx="0"/>
  <p:cmAuthor id="523" name="未知用户189" initials="未" lastIdx="1" clrIdx="0"/>
  <p:cmAuthor id="524" name="未知用户165" initials="未" lastIdx="1" clrIdx="0"/>
  <p:cmAuthor id="525" name="未知用户166" initials="未" lastIdx="1" clrIdx="0"/>
  <p:cmAuthor id="526" name="未知用户167" initials="未" lastIdx="1" clrIdx="0"/>
  <p:cmAuthor id="527" name="未知用户168" initials="未" lastIdx="0" clrIdx="8"/>
  <p:cmAuthor id="528" name="未知用户169" initials="未" lastIdx="1" clrIdx="0"/>
  <p:cmAuthor id="529" name="未知用户170" initials="未" lastIdx="10" clrIdx="0"/>
  <p:cmAuthor id="530" name="未知用户171" initials="未" lastIdx="1" clrIdx="0"/>
  <p:cmAuthor id="531" name="未知用户172" initials="未" lastIdx="2" clrIdx="0"/>
  <p:cmAuthor id="532" name="未知用户173" initials="未" lastIdx="1" clrIdx="0"/>
  <p:cmAuthor id="533" name="未知用户174" initials="未" lastIdx="0" clrIdx="0"/>
  <p:cmAuthor id="534" name="未知用户175" initials="未" lastIdx="1" clrIdx="0"/>
  <p:cmAuthor id="535" name="未知用户176" initials="未" lastIdx="0" clrIdx="0"/>
  <p:cmAuthor id="536" name="未知用户198" initials="未" lastIdx="0" clrIdx="0"/>
  <p:cmAuthor id="537" name="未知用户150" initials="未" lastIdx="1" clrIdx="0"/>
  <p:cmAuthor id="538" name="未知用户220" initials="未" lastIdx="1" clrIdx="0"/>
  <p:cmAuthor id="539" name="未知用户221" initials="未" lastIdx="1" clrIdx="0"/>
  <p:cmAuthor id="540" name="未知用户199" initials="未" lastIdx="0" clrIdx="1"/>
  <p:cmAuthor id="541" name="未知用户200" initials="未" lastIdx="2" clrIdx="0"/>
  <p:cmAuthor id="542" name="未知用户201" initials="未" lastIdx="11" clrIdx="1"/>
  <p:cmAuthor id="543" name="未知用户214" initials="未" lastIdx="1" clrIdx="0"/>
  <p:cmAuthor id="544" name="未知用户216" initials="未" lastIdx="1" clrIdx="0"/>
  <p:cmAuthor id="545" name="未知用户202" initials="未" lastIdx="2" clrIdx="0"/>
  <p:cmAuthor id="546" name="未知用户203" initials="未" lastIdx="15" clrIdx="0"/>
  <p:cmAuthor id="547" name="未知用户204" initials="未" lastIdx="1" clrIdx="0"/>
  <p:cmAuthor id="548" name="未知用户205" initials="未" lastIdx="7" clrIdx="0"/>
  <p:cmAuthor id="549" name="未知用户206" initials="未" lastIdx="1" clrIdx="0"/>
  <p:cmAuthor id="550" name="未知用户207" initials="未" lastIdx="1" clrIdx="0"/>
  <p:cmAuthor id="551" name="未知用户208" initials="未" lastIdx="1" clrIdx="0"/>
  <p:cmAuthor id="552" name="未知用户209" initials="未" lastIdx="2" clrIdx="0"/>
  <p:cmAuthor id="553" name="未知用户210" initials="未" lastIdx="0" clrIdx="0"/>
  <p:cmAuthor id="554" name="未知用户213" initials="未" lastIdx="1" clrIdx="2"/>
  <p:cmAuthor id="555" name="未知用户211" initials="未" lastIdx="1" clrIdx="0"/>
  <p:cmAuthor id="556" name="未知用户68" initials="未" lastIdx="1" clrIdx="0"/>
  <p:cmAuthor id="561" name="sxp" initials="s" lastIdx="1" clrIdx="2"/>
  <p:cmAuthor id="563" name="allan" initials="a" lastIdx="1" clrIdx="0"/>
  <p:cmAuthor id="283" name="ROSIEANNA" initials="R" lastIdx="1" clrIdx="35"/>
  <p:cmAuthor id="290" name="未知用户163" initials="未" lastIdx="1" clrIdx="0"/>
  <p:cmAuthor id="291" name="未知用户151" initials="未" lastIdx="0" clrIdx="1"/>
  <p:cmAuthor id="293" name="未知用户164" initials="未" lastIdx="0" clrIdx="1"/>
  <p:cmAuthor id="296" name="未知用户155" initials="未" lastIdx="2" clrIdx="0"/>
  <p:cmAuthor id="298" name="未知用户157" initials="未" lastIdx="1" clrIdx="0"/>
  <p:cmAuthor id="307" name="821375975@qq.com" initials="8" lastIdx="1" clrIdx="23"/>
  <p:cmAuthor id="327" name="我" initials="我" lastIdx="1" clrIdx="32"/>
  <p:cmAuthor id="330" name="未知用户108" initials="未" lastIdx="1" clrIdx="0"/>
  <p:cmAuthor id="331" name="未知用户72" initials="未" lastIdx="2" clrIdx="0"/>
  <p:cmAuthor id="332" name="未知用户73" initials="未" lastIdx="1" clrIdx="0"/>
  <p:cmAuthor id="334" name="未知用户110" initials="未" lastIdx="14" clrIdx="0"/>
  <p:cmAuthor id="49837070" name="张 美红" initials="张" lastIdx="1" clrIdx="120"/>
  <p:cmAuthor id="336" name="未知用户65" initials="未" lastIdx="1" clrIdx="0"/>
  <p:cmAuthor id="340" name="zhaoby01" initials="z" lastIdx="2" clrIdx="6"/>
  <p:cmAuthor id="341" name="Lydia" initials="L" lastIdx="1" clrIdx="0"/>
  <p:cmAuthor id="344" name="dingenshi" initials="d" lastIdx="1" clrIdx="0"/>
  <p:cmAuthor id="345" name="cpic" initials="c" lastIdx="0" clrIdx="0"/>
  <p:cmAuthor id="347" name="taowei" initials="t" lastIdx="1" clrIdx="0"/>
  <p:cmAuthor id="352" name="Yvonne Lin" initials="Y" lastIdx="35" clrIdx="3"/>
  <p:cmAuthor id="353" name="Gallivan, John-Paul {MDAO~Basel}" initials="G" lastIdx="4" clrIdx="4"/>
  <p:cmAuthor id="354" name="Helms, Hans-Joachim {MDBA~Basel}" initials="H" lastIdx="36" clrIdx="5"/>
  <p:cmAuthor id="355" name="Codon Medical" initials="C" lastIdx="57" clrIdx="6"/>
  <p:cmAuthor id="356" name="Petersen, Jenny {MDBD~South San Francisco}" initials="P" lastIdx="4" clrIdx="7"/>
  <p:cmAuthor id="357" name="刘风香" initials="刘" lastIdx="5" clrIdx="20"/>
  <p:cmAuthor id="747" name="wenle369@sina.com" initials="w" lastIdx="1" clrIdx="0"/>
  <p:cmAuthor id="360" name="Mary Beattie" initials="M" lastIdx="11" clrIdx="11"/>
  <p:cmAuthor id="361" name="Melanie Smitt" initials="M" lastIdx="33" clrIdx="12"/>
  <p:cmAuthor id="362" name="Andrea Michels" initials="A" lastIdx="13" clrIdx="13"/>
  <p:cmAuthor id="363" name="Daniel Clyde (HI)" initials="D" lastIdx="24" clrIdx="0"/>
  <p:cmAuthor id="364" name="Fitzpatrick, Nicole {MGAO~Basel}" initials="F" lastIdx="16" clrIdx="1"/>
  <p:cmAuthor id="365" name="Kate Rijnen" initials="K" lastIdx="11" clrIdx="2"/>
  <p:cmAuthor id="755" name="未知用户418" initials="未" lastIdx="1" clrIdx="0"/>
  <p:cmAuthor id="366" name="Mark McGregor (HI)" initials="M" lastIdx="33" clrIdx="3"/>
  <p:cmAuthor id="756" name="未知用户271" initials="未" lastIdx="1" clrIdx="0"/>
  <p:cmAuthor id="367" name="Machackova, Zuzana {MDAO~Basel}" initials="M" lastIdx="37" clrIdx="5"/>
  <p:cmAuthor id="368" name="Franca, Ryan {MDAO~Basel}" initials="F" lastIdx="6" clrIdx="6"/>
  <p:cmAuthor id="369" name="Bart Baranowski (HI)" initials="B" lastIdx="16" clrIdx="7"/>
  <p:cmAuthor id="370" name="Helen Keyworth (HI)" initials="H" lastIdx="77" clrIdx="8"/>
  <p:cmAuthor id="371" name="Louise Adamson (HI)" initials="L" lastIdx="173" clrIdx="9"/>
  <p:cmAuthor id="376" name="hpguan" initials="h" lastIdx="27" clrIdx="0"/>
  <p:cmAuthor id="379" name="何富军" initials="何" lastIdx="1" clrIdx="0"/>
  <p:cmAuthor id="381" name="fafa" initials="f" lastIdx="2" clrIdx="1"/>
  <p:cmAuthor id="384" name="xusha" initials="x" lastIdx="1" clrIdx="2"/>
  <p:cmAuthor id="388" name="wanghao31" initials="w" lastIdx="2" clrIdx="0"/>
  <p:cmAuthor id="839" name="未知用户488" initials="未" lastIdx="10" clrIdx="0"/>
  <p:cmAuthor id="840" name="未知用户490" initials="未" lastIdx="1" clrIdx="0"/>
  <p:cmAuthor id="841" name="未知用户477" initials="未" lastIdx="2" clrIdx="0"/>
  <p:cmAuthor id="842" name="未知用户478" initials="未" lastIdx="1" clrIdx="0"/>
  <p:cmAuthor id="843" name="未知用户479" initials="未" lastIdx="0" clrIdx="8"/>
  <p:cmAuthor id="844" name="未知用户480" initials="未" lastIdx="1" clrIdx="0"/>
  <p:cmAuthor id="845" name="未知用户481" initials="未" lastIdx="10" clrIdx="0"/>
  <p:cmAuthor id="846" name="未知用户482" initials="未" lastIdx="1" clrIdx="0"/>
  <p:cmAuthor id="847" name="未知用户483" initials="未" lastIdx="1" clrIdx="0"/>
  <p:cmAuthor id="848" name="未知用户484" initials="未" lastIdx="1" clrIdx="0"/>
  <p:cmAuthor id="849" name="未知用户485" initials="未" lastIdx="1" clrIdx="0"/>
  <p:cmAuthor id="850" name="未知用户486" initials="未" lastIdx="0" clrIdx="0"/>
  <p:cmAuthor id="851" name="未知用户452" initials="未" lastIdx="2" clrIdx="0"/>
  <p:cmAuthor id="852" name="未知用户456" initials="未" lastIdx="1" clrIdx="0"/>
  <p:cmAuthor id="853" name="未知用户464" initials="未" lastIdx="0" clrIdx="0"/>
  <p:cmAuthor id="854" name="未知用户487" initials="未" lastIdx="0" clrIdx="0"/>
  <p:cmAuthor id="855" name="部室管理员/软件开发中心/总行机关/ABC" initials="部" lastIdx="1" clrIdx="5"/>
  <p:cmAuthor id="857" name="zilong.li" initials="z" lastIdx="4" clrIdx="0"/>
  <p:cmAuthor id="858" name="James Conard" initials="J" lastIdx="3" clrIdx="0"/>
  <p:cmAuthor id="860" name="22010" initials="2" lastIdx="1" clrIdx="859"/>
  <p:cmAuthor id="861" name="seki" initials="s" lastIdx="1" clrIdx="0"/>
  <p:cmAuthor id="863" name="daliang xu" initials="d" lastIdx="1" clrIdx="0"/>
  <p:cmAuthor id="864" name="刘凯欣" initials="刘" lastIdx="2" clrIdx="0"/>
  <p:cmAuthor id="865" name="3930" initials="3" lastIdx="1" clrIdx="24"/>
  <p:cmAuthor id="866" name="Chinalife_Cz" initials="C" lastIdx="1" clrIdx="0"/>
  <p:cmAuthor id="867" name="M7100z-win7" initials="M" lastIdx="1" clrIdx="6"/>
  <p:cmAuthor id="868" name="李昀东" initials="李" lastIdx="1" clrIdx="0"/>
  <p:cmAuthor id="869" name="liuhao24" initials="l" lastIdx="2" clrIdx="0"/>
  <p:cmAuthor id="870" name="理者" initials="理" lastIdx="2" clrIdx="0"/>
  <p:cmAuthor id="871" name="闪电杰尼" initials="闪" lastIdx="1" clrIdx="870"/>
  <p:cmAuthor id="872" name="翔宇" initials="翔" lastIdx="1" clrIdx="19"/>
  <p:cmAuthor id="873" name="t-1i-caiwu" initials="t" lastIdx="2" clrIdx="0"/>
  <p:cmAuthor id="874" name="zhaoyue46" initials="z" lastIdx="6" clrIdx="0"/>
  <p:cmAuthor id="876" name="未知用户111" initials="未" lastIdx="2" clrIdx="0"/>
  <p:cmAuthor id="877" name="未知用户112" initials="未" lastIdx="1" clrIdx="0"/>
  <p:cmAuthor id="878" name="未知用户113" initials="未" lastIdx="1" clrIdx="0"/>
  <p:cmAuthor id="879" name="姜伟光" initials="姜" lastIdx="1" clrIdx="0"/>
  <p:cmAuthor id="880" name="宋洁然" initials="宋" lastIdx="2" clrIdx="1"/>
  <p:cmAuthor id="881" name="ming qiu" initials="m" lastIdx="17" clrIdx="1"/>
  <p:cmAuthor id="882" name="Eileen Yi" initials="E" lastIdx="35" clrIdx="8"/>
  <p:cmAuthor id="883" name="dellwin" initials="d" lastIdx="5" clrIdx="0"/>
  <p:cmAuthor id="884" name="未知用户410" initials="未" lastIdx="1" clrIdx="0"/>
  <p:cmAuthor id="886" name="张妍" initials="张" lastIdx="3" clrIdx="0"/>
  <p:cmAuthor id="887" name="wangqi01-lhe" initials="w" lastIdx="3" clrIdx="23"/>
  <p:cmAuthor id="888" name="ae2000" initials="a" lastIdx="1" clrIdx="0"/>
  <p:cmAuthor id="889" name="黄梅" initials="黄" lastIdx="1" clrIdx="1"/>
  <p:cmAuthor id="890" name="赵生杰" initials="赵" lastIdx="1" clrIdx="0"/>
  <p:cmAuthor id="891" name="yuxue" initials="y" lastIdx="1" clrIdx="3"/>
  <p:cmAuthor id="892" name="Abel" initials="A" lastIdx="1" clrIdx="0"/>
  <p:cmAuthor id="893" name="xq" initials="x" lastIdx="2" clrIdx="11"/>
  <p:cmAuthor id="894" name="FrogPrince1121" initials="F" lastIdx="1" clrIdx="1"/>
  <p:cmAuthor id="895" name="刘莹" initials="刘" lastIdx="1" clrIdx="2"/>
  <p:cmAuthor id="896" name="hasee" initials="h" lastIdx="1" clrIdx="0"/>
  <p:cmAuthor id="897" name="贝贝ai猪" initials="贝" lastIdx="1" clrIdx="119"/>
  <p:cmAuthor id="898" name="User_2" initials="U" lastIdx="3" clrIdx="1"/>
  <p:cmAuthor id="899" name="未知用户42" initials="未" lastIdx="1" clrIdx="15"/>
  <p:cmAuthor id="900" name="sdzz-syy" initials="s" lastIdx="1" clrIdx="0"/>
  <p:cmAuthor id="901" name="谢俊/技术总监室/软件开发中心/总行机关/ABC" initials="谢" lastIdx="141" clrIdx="2"/>
  <p:cmAuthor id="902" name="CN=谢俊/OU=技术总监室/OU=软件开发中心/OU=总行机关/O=ABC" initials="C" lastIdx="3" clrIdx="3"/>
  <p:cmAuthor id="903" name="wpp" initials="w" lastIdx="0" clrIdx="0"/>
  <p:cmAuthor id="905" name="AbuSina" initials="A" lastIdx="2" clrIdx="0"/>
  <p:cmAuthor id="906" name="zhengwen" initials="z" lastIdx="1" clrIdx="0"/>
  <p:cmAuthor id="908" name="wangsc" initials="w" lastIdx="1" clrIdx="34"/>
  <p:cmAuthor id="909" name="tk-taiyuan" initials="t" lastIdx="1" clrIdx="741"/>
  <p:cmAuthor id="910" name="chenzheng4" initials="c" lastIdx="1" clrIdx="22"/>
  <p:cmAuthor id="911" name="王 震环" initials="王" lastIdx="6" clrIdx="23"/>
  <p:cmAuthor id="912" name="yang" initials="y" lastIdx="1" clrIdx="144"/>
  <p:cmAuthor id="913" name="T K" initials="T" lastIdx="2" clrIdx="96"/>
  <p:cmAuthor id="915" name="刘彩琴" initials="刘" lastIdx="1" clrIdx="0"/>
  <p:cmAuthor id="916" name="罗梁" initials="罗" lastIdx="1" clrIdx="36"/>
  <p:cmAuthor id="917" name="z cl" initials="z" lastIdx="8" clrIdx="0"/>
  <p:cmAuthor id="918" name="liuys40" initials="l" lastIdx="1" clrIdx="3"/>
  <p:cmAuthor id="919" name="刘 帅" initials="刘" lastIdx="1" clrIdx="0"/>
  <p:cmAuthor id="920" name="martin" initials="m" lastIdx="0" clrIdx="2"/>
  <p:cmAuthor id="921" name="qin yu" initials="q" lastIdx="2" clrIdx="4"/>
  <p:cmAuthor id="922" name="沈 秀敏" initials="沈" lastIdx="2" clrIdx="0"/>
  <p:cmAuthor id="924" name="李建阳（内蒙古英才管培生）" initials="李" lastIdx="2" clrIdx="0"/>
  <p:cmAuthor id="925" name="马靖松" initials="马" lastIdx="1" clrIdx="0"/>
  <p:cmAuthor id="926" name="pingchangxin@outlook.com LI" initials="p" lastIdx="5" clrIdx="0"/>
  <p:cmAuthor id="927" name="张晓燕(内蒙古巴彦淖尔)" initials="张" lastIdx="1" clrIdx="0"/>
  <p:cmAuthor id="928" name="王凯" initials="王" lastIdx="1" clrIdx="0"/>
  <p:cmAuthor id="929" name="沈琪-pbj" initials="沈" lastIdx="1" clrIdx="0"/>
  <p:cmAuthor id="932" name="LUO CHENG" initials="L" lastIdx="1" clrIdx="0"/>
  <p:cmAuthor id="933" name="scx" initials="s" lastIdx="1" clrIdx="0"/>
  <p:cmAuthor id="934" name="shenyanning-001" initials="s" lastIdx="8" clrIdx="0"/>
  <p:cmAuthor id="935" name="lipengfei01111@outlook.com" initials="l" lastIdx="1" clrIdx="0"/>
  <p:cmAuthor id="937" name="Evander Wan" initials="E" lastIdx="7" clrIdx="1"/>
  <p:cmAuthor id="939" name="Simon Camp" initials="S" lastIdx="1" clrIdx="0"/>
  <p:cmAuthor id="940" name="郭佳宏" initials="郭" lastIdx="1" clrIdx="0"/>
  <p:cmAuthor id="941" name="王书珍" initials="王" lastIdx="1" clrIdx="1"/>
  <p:cmAuthor id="942" name="何兴胜" initials="何" lastIdx="3" clrIdx="0"/>
  <p:cmAuthor id="943" name="bing" initials="b" lastIdx="2" clrIdx="0"/>
  <p:cmAuthor id="944" name="hh" initials="h" lastIdx="1" clrIdx="0"/>
  <p:cmAuthor id="945" name="273839920@qq.com" initials="2" lastIdx="1" clrIdx="0"/>
  <p:cmAuthor id="947" name="陈健" initials="陈" lastIdx="1" clrIdx="138"/>
  <p:cmAuthor id="948" name="Hope0187" initials="H" lastIdx="1" clrIdx="6"/>
  <p:cmAuthor id="949" name="靖千 罗" initials="靖" lastIdx="1" clrIdx="82"/>
  <p:cmAuthor id="950" name="舒迪" initials="舒" lastIdx="2" clrIdx="0"/>
  <p:cmAuthor id="951" name="Maxsad" initials="M" lastIdx="1" clrIdx="0"/>
  <p:cmAuthor id="953" name="8613607323127" initials="8" lastIdx="1" clrIdx="196"/>
  <p:cmAuthor id="954" name="liuyadong" initials="l" lastIdx="1" clrIdx="953"/>
  <p:cmAuthor id="955" name="69395" initials="6" lastIdx="2" clrIdx="175"/>
  <p:cmAuthor id="956" name="hanwen luo" initials="h" lastIdx="1" clrIdx="33"/>
  <p:cmAuthor id="957" name="Cpic" initials="C" lastIdx="0" clrIdx="0"/>
  <p:cmAuthor id="958" name="肖雪杉" initials="肖" lastIdx="1" clrIdx="97"/>
  <p:cmAuthor id="959" name="小田" initials="小" lastIdx="1" clrIdx="0"/>
  <p:cmAuthor id="960" name="刘 念" initials="刘" lastIdx="2" clrIdx="35"/>
  <p:cmAuthor id="961" name="Wangzhi gang" initials="W" lastIdx="1" clrIdx="0"/>
  <p:cmAuthor id="962" name="庄伟铭zwm136200" initials="庄" lastIdx="1" clrIdx="1"/>
  <p:cmAuthor id="963" name="张 凯" initials="张" lastIdx="1" clrIdx="34"/>
  <p:cmAuthor id="965" name="CNTP" initials="C" lastIdx="2" clrIdx="118"/>
  <p:cmAuthor id="966" name="李柯然" initials="李" lastIdx="1" clrIdx="0"/>
  <p:cmAuthor id="967" name="LENOVO" initials="L" lastIdx="1" clrIdx="0"/>
  <p:cmAuthor id="968" name="li hw" initials="l" lastIdx="1" clrIdx="36"/>
  <p:cmAuthor id="969" name="王玉" initials="王" lastIdx="1" clrIdx="0"/>
  <p:cmAuthor id="970" name="Ming Zuo" initials="M" lastIdx="1" clrIdx="0"/>
  <p:cmAuthor id="971" name="FR" initials="F" lastIdx="1" clrIdx="93"/>
  <p:cmAuthor id="972" name="Office User" initials="O" lastIdx="1" clrIdx="94"/>
  <p:cmAuthor id="973" name="张星-lgd" initials="张" lastIdx="5" clrIdx="0"/>
  <p:cmAuthor id="974" name="dreamsummit" initials="d" lastIdx="1" clrIdx="0"/>
  <p:cmAuthor id="976" name="LS" initials="L" lastIdx="1" clrIdx="0"/>
  <p:cmAuthor id="977" name="2819264246@qq.com" initials="2" lastIdx="1" clrIdx="22"/>
  <p:cmAuthor id="978" name="Morgan, Aaron" initials="M" lastIdx="3" clrIdx="1"/>
  <p:cmAuthor id="979" name="weige" initials="w" lastIdx="2" clrIdx="0"/>
  <p:cmAuthor id="980" name="志国 刘" initials="志" lastIdx="1" clrIdx="0"/>
  <p:cmAuthor id="981" name="李 俊琦" initials="李" lastIdx="1" clrIdx="0"/>
  <p:cmAuthor id="982" name="沈 鹤" initials="沈" lastIdx="1" clrIdx="5"/>
  <p:cmAuthor id="983" name="jilin" initials="j" lastIdx="20" clrIdx="0"/>
  <p:cmAuthor id="984" name="王保青-pah" initials="王" lastIdx="0" clrIdx="0"/>
  <p:cmAuthor id="986" name="Jason Li" initials="J" lastIdx="1" clrIdx="2"/>
  <p:cmAuthor id="987" name="duxingge" initials="d" lastIdx="2" clrIdx="4"/>
  <p:cmAuthor id="988" name="tangjx03" initials="t" lastIdx="1" clrIdx="987"/>
  <p:cmAuthor id="989" name="yingchao xi" initials="y" lastIdx="7" clrIdx="0"/>
  <p:cmAuthor id="990" name="depeng diao" initials="d" lastIdx="0" clrIdx="0"/>
  <p:cmAuthor id="991" name="amyzhang" initials="a" lastIdx="1" clrIdx="0"/>
  <p:cmAuthor id="992" name="JerryW" initials="J" lastIdx="1" clrIdx="0"/>
  <p:cmAuthor id="993" name="shenyy" initials="s" lastIdx="1" clrIdx="7"/>
  <p:cmAuthor id="994" name="Jason Cheung" initials="J" lastIdx="0" clrIdx="0"/>
  <p:cmAuthor id="995" name="刘笑" initials="刘" lastIdx="1" clrIdx="0"/>
  <p:cmAuthor id="996" name="admini" initials="a" lastIdx="2" clrIdx="0"/>
  <p:cmAuthor id="997" name="Maggie" initials="M" lastIdx="1" clrIdx="0"/>
  <p:cmAuthor id="235" name="史璐瑶" initials="史" lastIdx="1" clrIdx="23"/>
  <p:cmAuthor id="236" name="86139" initials="8" lastIdx="1" clrIdx="0"/>
  <p:cmAuthor id="288" name="王 金谦" initials="王" lastIdx="2" clrIdx="21"/>
  <p:cmAuthor id="295" name="张逸晨" initials="张" lastIdx="1" clrIdx="0"/>
  <p:cmAuthor id="297" name="谢 小小" initials="谢" lastIdx="1" clrIdx="0"/>
  <p:cmAuthor id="299" name="Yoda KK" initials="Y" lastIdx="1" clrIdx="10"/>
  <p:cmAuthor id="300" name="邓鹏君" initials="邓" lastIdx="1" clrIdx="0"/>
  <p:cmAuthor id="301" name="zhouyangfan" initials="z" lastIdx="0" clrIdx="0"/>
  <p:cmAuthor id="303" name="fengyuan03" initials="f" lastIdx="11" clrIdx="1"/>
  <p:cmAuthor id="304" name="刘国强" initials="刘" lastIdx="1" clrIdx="0"/>
  <p:cmAuthor id="306" name="miaott" initials="m" lastIdx="0" clrIdx="195"/>
  <p:cmAuthor id="308" name="刘云飞" initials="刘" lastIdx="1" clrIdx="6"/>
  <p:cmAuthor id="322" name="未知用户99" initials="未" lastIdx="10" clrIdx="0"/>
  <p:cmAuthor id="324" name="未知用户101" initials="未" lastIdx="1" clrIdx="2"/>
  <p:cmAuthor id="326" name="未知用户103" initials="未" lastIdx="2" clrIdx="1"/>
  <p:cmAuthor id="329" name="David Morgan (HI)" initials="D" lastIdx="17" clrIdx="11"/>
  <p:cmAuthor id="333" name="橙子" initials="橙" lastIdx="2" clrIdx="1"/>
  <p:cmAuthor id="335" name="熘?" initials="熘" lastIdx="1" clrIdx="0"/>
  <p:cmAuthor id="386" name="伟哥" initials="伟" lastIdx="1" clrIdx="138"/>
  <p:cmAuthor id="387" name="未知用户266" initials="未" lastIdx="1" clrIdx="0"/>
  <p:cmAuthor id="390" name="Liang Dong" initials="L" lastIdx="24" clrIdx="0"/>
  <p:cmAuthor id="392" name="未知用户295" initials="未" lastIdx="1" clrIdx="5"/>
  <p:cmAuthor id="393" name="许 爽" initials="许" lastIdx="1" clrIdx="207"/>
  <p:cmAuthor id="400" name="任俊宣" initials="任" lastIdx="1" clrIdx="6"/>
  <p:cmAuthor id="1316121247" name="林桦桦" initials="林" lastIdx="18242" clrIdx="0"/>
  <p:cmAuthor id="1316121248" name="aliutao007@163.com" initials="a" lastIdx="1" clrIdx="962"/>
  <p:cmAuthor id="1316121249" name="752844632@qq.com" initials="7" lastIdx="1" clrIdx="988"/>
  <p:cmAuthor id="421" name="?定义" initials="?" lastIdx="2" clrIdx="0"/>
  <p:cmAuthor id="425" name="张静_QZZvv2Aj" initials="张" lastIdx="1658295" clrIdx="95"/>
  <p:cmAuthor id="429" name="tianan" initials="t" lastIdx="1" clrIdx="5"/>
  <p:cmAuthor id="455" name="he zhirui" initials="h" lastIdx="1" clrIdx="82"/>
  <p:cmAuthor id="456" name="tkadmin" initials="t" lastIdx="1" clrIdx="455"/>
  <p:cmAuthor id="458" name="未知用户67" initials="未" lastIdx="1" clrIdx="0"/>
  <p:cmAuthor id="459" name="李红钢" initials="李" lastIdx="1" clrIdx="458"/>
  <p:cmAuthor id="460" name="McGlasson, Louise" initials="M" lastIdx="6" clrIdx="0"/>
  <p:cmAuthor id="463" name="孙璐璐" initials="孙" lastIdx="1" clrIdx="0"/>
  <p:cmAuthor id="464" name="李旭兰" initials="李" lastIdx="1" clrIdx="0"/>
  <p:cmAuthor id="465" name="未定义" initials="未" lastIdx="11" clrIdx="0"/>
  <p:cmAuthor id="468" name="范丽萍" initials="范" lastIdx="1" clrIdx="467"/>
  <p:cmAuthor id="49837068" name="唐芳菲" initials="唐芳菲" lastIdx="1" clrIdx="81"/>
  <p:cmAuthor id="469" name="zhuyk" initials="z" lastIdx="1" clrIdx="1"/>
  <p:cmAuthor id="49837071" name="邹 伟栋" initials="邹" lastIdx="1" clrIdx="207"/>
  <p:cmAuthor id="49837072" name="孙明阳" initials="孙明阳" lastIdx="4" clrIdx="210"/>
  <p:cmAuthor id="49837073" name="sk" initials="s" lastIdx="1" clrIdx="735"/>
  <p:cmAuthor id="49837074" name="余森" initials="余森" lastIdx="1" clrIdx="449"/>
  <p:cmAuthor id="49837075" name="孙 鹏" initials="孙" lastIdx="1" clrIdx="746"/>
  <p:cmAuthor id="49837076" name="肖琼" initials="肖琼" lastIdx="1" clrIdx="453"/>
  <p:cmAuthor id="495" name="zhaozhihua-lhn" initials="z" lastIdx="1" clrIdx="0"/>
  <p:cmAuthor id="498" name="未知用户228" initials="未" lastIdx="2" clrIdx="0"/>
  <p:cmAuthor id="499" name="video" initials="v" lastIdx="1" clrIdx="0"/>
  <p:cmAuthor id="504" name="未知用户194" initials="未" lastIdx="11" clrIdx="0"/>
  <p:cmAuthor id="512" name="未知用户140" initials="未" lastIdx="0" clrIdx="1"/>
  <p:cmAuthor id="514" name="deeplm" initials="d" lastIdx="1" clrIdx="0"/>
  <p:cmAuthor id="515" name="王 婧" initials="王" lastIdx="1" clrIdx="19"/>
  <p:cmAuthor id="516" name="未知用户197" initials="未" lastIdx="0" clrIdx="1"/>
  <p:cmAuthor id="519" name="龚平-lcq" initials="龚" lastIdx="3" clrIdx="0"/>
  <p:cmAuthor id="557" name="未知用户314" initials="未" lastIdx="1" clrIdx="0"/>
  <p:cmAuthor id="558" name="未知用户337" initials="未" lastIdx="0" clrIdx="0"/>
  <p:cmAuthor id="559" name="未知用户336" initials="未" lastIdx="1" clrIdx="0"/>
  <p:cmAuthor id="560" name="未知用户318" initials="未" lastIdx="1" clrIdx="1"/>
  <p:cmAuthor id="562" name="未知用户320" initials="未" lastIdx="3" clrIdx="0"/>
  <p:cmAuthor id="564" name="未知用户322" initials="未" lastIdx="0" clrIdx="0"/>
  <p:cmAuthor id="565" name="未知用户323" initials="未" lastIdx="9" clrIdx="0"/>
  <p:cmAuthor id="566" name="未知用户287" initials="未" lastIdx="1" clrIdx="0"/>
  <p:cmAuthor id="567" name="未知用户324" initials="未" lastIdx="1" clrIdx="0"/>
  <p:cmAuthor id="568" name="未知用户325" initials="未" lastIdx="2" clrIdx="0"/>
  <p:cmAuthor id="569" name="未知用户290" initials="未" lastIdx="1" clrIdx="0"/>
  <p:cmAuthor id="570" name="未知用户291" initials="未" lastIdx="1" clrIdx="0"/>
  <p:cmAuthor id="571" name="未知用户292" initials="未" lastIdx="0" clrIdx="0"/>
  <p:cmAuthor id="572" name="未知用户293" initials="未" lastIdx="1" clrIdx="0"/>
  <p:cmAuthor id="573" name="未知用户294" initials="未" lastIdx="1" clrIdx="1"/>
  <p:cmAuthor id="575" name="未知用户326" initials="未" lastIdx="1" clrIdx="0"/>
  <p:cmAuthor id="576" name="未知用户327" initials="未" lastIdx="2" clrIdx="0"/>
  <p:cmAuthor id="577" name="未知用户328" initials="未" lastIdx="2" clrIdx="0"/>
  <p:cmAuthor id="578" name="未知用户299" initials="未" lastIdx="3" clrIdx="0"/>
  <p:cmAuthor id="579" name="未知用户300" initials="未" lastIdx="22" clrIdx="0"/>
  <p:cmAuthor id="580" name="未知用户301" initials="未" lastIdx="1" clrIdx="0"/>
  <p:cmAuthor id="581" name="未知用户302" initials="未" lastIdx="1" clrIdx="1"/>
  <p:cmAuthor id="582" name="未知用户303" initials="未" lastIdx="1" clrIdx="0"/>
  <p:cmAuthor id="583" name="未知用户304" initials="未" lastIdx="1" clrIdx="35"/>
  <p:cmAuthor id="584" name="未知用户305" initials="未" lastIdx="1" clrIdx="0"/>
  <p:cmAuthor id="585" name="未知用户306" initials="未" lastIdx="0" clrIdx="0"/>
  <p:cmAuthor id="586" name="未知用户222" initials="未" lastIdx="1" clrIdx="1"/>
  <p:cmAuthor id="587" name="未知用户224" initials="未" lastIdx="0" clrIdx="0"/>
  <p:cmAuthor id="588" name="未知用户332" initials="未" lastIdx="1" clrIdx="0"/>
  <p:cmAuthor id="589" name="未知用户309" initials="未" lastIdx="0" clrIdx="0"/>
  <p:cmAuthor id="590" name="未知用户310" initials="未" lastIdx="1" clrIdx="21"/>
  <p:cmAuthor id="591" name="未知用户311" initials="未" lastIdx="1" clrIdx="0"/>
  <p:cmAuthor id="592" name="未知用户312" initials="未" lastIdx="4" clrIdx="1"/>
  <p:cmAuthor id="593" name="未知用户313" initials="未" lastIdx="1" clrIdx="0"/>
  <p:cmAuthor id="594" name="未知用户335" initials="未" lastIdx="1" clrIdx="0"/>
  <p:cmAuthor id="595" name="未知用户316" initials="未" lastIdx="1" clrIdx="0"/>
  <p:cmAuthor id="596" name="未知用户277" initials="未" lastIdx="1" clrIdx="0"/>
  <p:cmAuthor id="597" name="未知用户278" initials="未" lastIdx="1" clrIdx="0"/>
  <p:cmAuthor id="598" name="未知用户272" initials="未" lastIdx="10" clrIdx="0"/>
  <p:cmAuthor id="599" name="未知用户273" initials="未" lastIdx="1" clrIdx="0"/>
  <p:cmAuthor id="600" name="未知用户279" initials="未" lastIdx="1" clrIdx="1"/>
  <p:cmAuthor id="601" name="未知用户233" initials="未" lastIdx="1" clrIdx="0"/>
  <p:cmAuthor id="602" name="未知用户229" initials="未" lastIdx="0" clrIdx="0"/>
  <p:cmAuthor id="603" name="未知用户234" initials="未" lastIdx="1" clrIdx="0"/>
  <p:cmAuthor id="604" name="未知用户274" initials="未" lastIdx="1" clrIdx="0"/>
  <p:cmAuthor id="605" name="未知用户236" initials="未" lastIdx="0" clrIdx="0"/>
  <p:cmAuthor id="606" name="未知用户280" initials="未" lastIdx="2" clrIdx="0"/>
  <p:cmAuthor id="607" name="未知用户238" initials="未" lastIdx="1" clrIdx="21"/>
  <p:cmAuthor id="608" name="未知用户239" initials="未" lastIdx="1" clrIdx="0"/>
  <p:cmAuthor id="609" name="未知用户240" initials="未" lastIdx="4" clrIdx="1"/>
  <p:cmAuthor id="610" name="未知用户241" initials="未" lastIdx="1" clrIdx="0"/>
  <p:cmAuthor id="611" name="未知用户242" initials="未" lastIdx="1" clrIdx="0"/>
  <p:cmAuthor id="612" name="未知用户243" initials="未" lastIdx="1" clrIdx="0"/>
  <p:cmAuthor id="613" name="未知用户244" initials="未" lastIdx="1" clrIdx="0"/>
  <p:cmAuthor id="614" name="未知用户245" initials="未" lastIdx="1" clrIdx="0"/>
  <p:cmAuthor id="615" name="未知用户246" initials="未" lastIdx="1" clrIdx="1"/>
  <p:cmAuthor id="616" name="未知用户247" initials="未" lastIdx="7" clrIdx="0"/>
  <p:cmAuthor id="617" name="未知用户248" initials="未" lastIdx="3" clrIdx="0"/>
  <p:cmAuthor id="618" name="未知用户249" initials="未" lastIdx="1" clrIdx="0"/>
  <p:cmAuthor id="619" name="未知用户250" initials="未" lastIdx="0" clrIdx="0"/>
  <p:cmAuthor id="620" name="未知用户251" initials="未" lastIdx="9" clrIdx="0"/>
  <p:cmAuthor id="621" name="未知用户252" initials="未" lastIdx="1" clrIdx="0"/>
  <p:cmAuthor id="622" name="未知用户253" initials="未" lastIdx="1" clrIdx="0"/>
  <p:cmAuthor id="623" name="未知用户254" initials="未" lastIdx="2" clrIdx="0"/>
  <p:cmAuthor id="624" name="未知用户255" initials="未" lastIdx="1" clrIdx="0"/>
  <p:cmAuthor id="625" name="未知用户256" initials="未" lastIdx="1" clrIdx="0"/>
  <p:cmAuthor id="626" name="未知用户257" initials="未" lastIdx="0" clrIdx="0"/>
  <p:cmAuthor id="627" name="未知用户258" initials="未" lastIdx="1" clrIdx="0"/>
  <p:cmAuthor id="628" name="未知用户259" initials="未" lastIdx="1" clrIdx="1"/>
  <p:cmAuthor id="629" name="未知用户260" initials="未" lastIdx="1" clrIdx="0"/>
  <p:cmAuthor id="630" name="未知用户275" initials="未" lastIdx="1" clrIdx="0"/>
  <p:cmAuthor id="631" name="未知用户276" initials="未" lastIdx="2" clrIdx="0"/>
  <p:cmAuthor id="632" name="未知用户263" initials="未" lastIdx="2" clrIdx="0"/>
  <p:cmAuthor id="633" name="未知用户264" initials="未" lastIdx="3" clrIdx="0"/>
  <p:cmAuthor id="634" name="未知用户265" initials="未" lastIdx="22" clrIdx="0"/>
  <p:cmAuthor id="636" name="未知用户267" initials="未" lastIdx="1" clrIdx="0"/>
  <p:cmAuthor id="637" name="未知用户268" initials="未" lastIdx="1" clrIdx="35"/>
  <p:cmAuthor id="638" name="未知用户269" initials="未" lastIdx="1" clrIdx="0"/>
  <p:cmAuthor id="639" name="未知用户270" initials="未" lastIdx="0" clrIdx="0"/>
  <p:cmAuthor id="640" name="未知用户193" initials="未" lastIdx="2" clrIdx="0"/>
  <p:cmAuthor id="641" name="未知用户195" initials="未" lastIdx="22" clrIdx="0"/>
  <p:cmAuthor id="642" name="未知用户196" initials="未" lastIdx="1" clrIdx="0"/>
  <p:cmAuthor id="643" name="未知用户358" initials="未" lastIdx="1" clrIdx="0"/>
  <p:cmAuthor id="644" name="未知用户359" initials="未" lastIdx="1" clrIdx="0"/>
  <p:cmAuthor id="645" name="未知用户360" initials="未" lastIdx="10" clrIdx="0"/>
  <p:cmAuthor id="646" name="未知用户361" initials="未" lastIdx="1" clrIdx="0"/>
  <p:cmAuthor id="647" name="未知用户364" initials="未" lastIdx="2" clrIdx="0"/>
  <p:cmAuthor id="648" name="未知用户288" initials="未" lastIdx="1" clrIdx="0"/>
  <p:cmAuthor id="649" name="未知用户297" initials="未" lastIdx="1" clrIdx="0"/>
  <p:cmAuthor id="650" name="未知用户298" initials="未" lastIdx="1" clrIdx="1"/>
  <p:cmAuthor id="651" name="未知用户307" initials="未" lastIdx="7" clrIdx="0"/>
  <p:cmAuthor id="652" name="未知用户308" initials="未" lastIdx="3" clrIdx="0"/>
  <p:cmAuthor id="653" name="未知用户315" initials="未" lastIdx="1" clrIdx="0"/>
  <p:cmAuthor id="654" name="未知用户317" initials="未" lastIdx="0" clrIdx="0"/>
  <p:cmAuthor id="655" name="未知用户329" initials="未" lastIdx="9" clrIdx="0"/>
  <p:cmAuthor id="656" name="未知用户333" initials="未" lastIdx="1" clrIdx="0"/>
  <p:cmAuthor id="657" name="未知用户334" initials="未" lastIdx="1" clrIdx="0"/>
  <p:cmAuthor id="658" name="未知用户340" initials="未" lastIdx="2" clrIdx="0"/>
  <p:cmAuthor id="659" name="未知用户341" initials="未" lastIdx="1" clrIdx="0"/>
  <p:cmAuthor id="660" name="未知用户342" initials="未" lastIdx="1" clrIdx="0"/>
  <p:cmAuthor id="661" name="未知用户343" initials="未" lastIdx="0" clrIdx="0"/>
  <p:cmAuthor id="662" name="未知用户344" initials="未" lastIdx="1" clrIdx="0"/>
  <p:cmAuthor id="663" name="未知用户345" initials="未" lastIdx="1" clrIdx="1"/>
  <p:cmAuthor id="664" name="未知用户365" initials="未" lastIdx="1" clrIdx="0"/>
  <p:cmAuthor id="665" name="未知用户366" initials="未" lastIdx="1" clrIdx="0"/>
  <p:cmAuthor id="666" name="未知用户367" initials="未" lastIdx="2" clrIdx="0"/>
  <p:cmAuthor id="667" name="未知用户368" initials="未" lastIdx="2" clrIdx="0"/>
  <p:cmAuthor id="668" name="未知用户403" initials="未" lastIdx="1" clrIdx="0"/>
  <p:cmAuthor id="669" name="未知用户402" initials="未" lastIdx="1" clrIdx="0"/>
  <p:cmAuthor id="670" name="未知用户379" initials="未" lastIdx="10" clrIdx="0"/>
  <p:cmAuthor id="671" name="未知用户380" initials="未" lastIdx="1" clrIdx="0"/>
  <p:cmAuthor id="672" name="未知用户405" initials="未" lastIdx="2" clrIdx="0"/>
  <p:cmAuthor id="673" name="未知用户382" initials="未" lastIdx="1" clrIdx="0"/>
  <p:cmAuthor id="674" name="未知用户383" initials="未" lastIdx="1" clrIdx="0"/>
  <p:cmAuthor id="675" name="未知用户384" initials="未" lastIdx="1" clrIdx="1"/>
  <p:cmAuthor id="676" name="未知用户385" initials="未" lastIdx="7" clrIdx="0"/>
  <p:cmAuthor id="677" name="未知用户386" initials="未" lastIdx="3" clrIdx="0"/>
  <p:cmAuthor id="678" name="未知用户387" initials="未" lastIdx="1" clrIdx="0"/>
  <p:cmAuthor id="679" name="未知用户388" initials="未" lastIdx="0" clrIdx="0"/>
  <p:cmAuthor id="680" name="未知用户411" initials="未" lastIdx="1" clrIdx="0"/>
  <p:cmAuthor id="681" name="未知用户389" initials="未" lastIdx="9" clrIdx="0"/>
  <p:cmAuthor id="682" name="未知用户390" initials="未" lastIdx="1" clrIdx="0"/>
  <p:cmAuthor id="683" name="未知用户391" initials="未" lastIdx="1" clrIdx="0"/>
  <p:cmAuthor id="684" name="未知用户392" initials="未" lastIdx="2" clrIdx="0"/>
  <p:cmAuthor id="685" name="未知用户393" initials="未" lastIdx="1" clrIdx="0"/>
  <p:cmAuthor id="686" name="未知用户394" initials="未" lastIdx="1" clrIdx="0"/>
  <p:cmAuthor id="687" name="未知用户395" initials="未" lastIdx="0" clrIdx="0"/>
  <p:cmAuthor id="688" name="未知用户396" initials="未" lastIdx="1" clrIdx="0"/>
  <p:cmAuthor id="689" name="未知用户406" initials="未" lastIdx="1" clrIdx="0"/>
  <p:cmAuthor id="690" name="未知用户397" initials="未" lastIdx="1" clrIdx="1"/>
  <p:cmAuthor id="691" name="未知用户407" initials="未" lastIdx="1" clrIdx="0"/>
  <p:cmAuthor id="692" name="未知用户398" initials="未" lastIdx="1" clrIdx="0"/>
  <p:cmAuthor id="693" name="未知用户399" initials="未" lastIdx="1" clrIdx="0"/>
  <p:cmAuthor id="694" name="未知用户400" initials="未" lastIdx="2" clrIdx="0"/>
  <p:cmAuthor id="695" name="未知用户401" initials="未" lastIdx="2" clrIdx="0"/>
  <p:cmAuthor id="696" name="未知用户420" initials="未" lastIdx="1" clrIdx="0"/>
  <p:cmAuthor id="697" name="未知用户421" initials="未" lastIdx="1" clrIdx="0"/>
  <p:cmAuthor id="698" name="未知用户422" initials="未" lastIdx="10" clrIdx="0"/>
  <p:cmAuthor id="699" name="未知用户423" initials="未" lastIdx="1" clrIdx="0"/>
  <p:cmAuthor id="700" name="未知用户424" initials="未" lastIdx="2" clrIdx="0"/>
  <p:cmAuthor id="701" name="未知用户419" initials="未" lastIdx="2" clrIdx="0"/>
  <p:cmAuthor id="702" name="未知用户425" initials="未" lastIdx="1" clrIdx="0"/>
  <p:cmAuthor id="703" name="未知用户426" initials="未" lastIdx="1" clrIdx="0"/>
  <p:cmAuthor id="704" name="未知用户427" initials="未" lastIdx="1" clrIdx="1"/>
  <p:cmAuthor id="705" name="未知用户428" initials="未" lastIdx="7" clrIdx="0"/>
  <p:cmAuthor id="706" name="未知用户429" initials="未" lastIdx="3" clrIdx="0"/>
  <p:cmAuthor id="707" name="未知用户430" initials="未" lastIdx="1" clrIdx="0"/>
  <p:cmAuthor id="708" name="未知用户431" initials="未" lastIdx="1" clrIdx="0"/>
  <p:cmAuthor id="709" name="未知用户432" initials="未" lastIdx="0" clrIdx="0"/>
  <p:cmAuthor id="710" name="未知用户433" initials="未" lastIdx="1" clrIdx="0"/>
  <p:cmAuthor id="711" name="未知用户434" initials="未" lastIdx="9" clrIdx="0"/>
  <p:cmAuthor id="712" name="未知用户435" initials="未" lastIdx="1" clrIdx="0"/>
  <p:cmAuthor id="713" name="未知用户436" initials="未" lastIdx="1" clrIdx="0"/>
  <p:cmAuthor id="714" name="未知用户437" initials="未" lastIdx="2" clrIdx="0"/>
  <p:cmAuthor id="715" name="未知用户438" initials="未" lastIdx="1" clrIdx="0"/>
  <p:cmAuthor id="716" name="未知用户417" initials="未" lastIdx="10" clrIdx="0"/>
  <p:cmAuthor id="717" name="未知用户439" initials="未" lastIdx="1" clrIdx="0"/>
  <p:cmAuthor id="718" name="未知用户440" initials="未" lastIdx="0" clrIdx="0"/>
  <p:cmAuthor id="719" name="未知用户441" initials="未" lastIdx="1" clrIdx="0"/>
  <p:cmAuthor id="720" name="未知用户442" initials="未" lastIdx="1" clrIdx="0"/>
  <p:cmAuthor id="721" name="未知用户443" initials="未" lastIdx="1" clrIdx="1"/>
  <p:cmAuthor id="722" name="未知用户444" initials="未" lastIdx="2" clrIdx="0"/>
  <p:cmAuthor id="723" name="未知用户445" initials="未" lastIdx="1" clrIdx="0"/>
  <p:cmAuthor id="724" name="未知用户446" initials="未" lastIdx="1" clrIdx="0"/>
  <p:cmAuthor id="725" name="未知用户447" initials="未" lastIdx="2" clrIdx="0"/>
  <p:cmAuthor id="726" name="未知用户448" initials="未" lastIdx="2" clrIdx="0"/>
  <p:cmAuthor id="727" name="郭成报" initials="郭" lastIdx="1" clrIdx="726"/>
  <p:cmAuthor id="728" name="谢静波" initials="谢" lastIdx="1" clrIdx="727"/>
  <p:cmAuthor id="729" name="zcy" initials="z" lastIdx="1" clrIdx="728"/>
  <p:cmAuthor id="730" name="zhang li" initials="z" lastIdx="1" clrIdx="138"/>
  <p:cmAuthor id="731" name="崔艳鹏" initials="崔" lastIdx="1" clrIdx="730"/>
  <p:cmAuthor id="732" name="You Zhou" initials="Y" lastIdx="1" clrIdx="95"/>
  <p:cmAuthor id="733" name="DELL" initials="D" lastIdx="1" clrIdx="732"/>
  <p:cmAuthor id="734" name="cs" initials="c" lastIdx="1" clrIdx="733"/>
  <p:cmAuthor id="735" name="wfbs" initials="w" lastIdx="1" clrIdx="734"/>
  <p:cmAuthor id="738" name="郄 琰" initials="郄" lastIdx="1" clrIdx="0"/>
  <p:cmAuthor id="739" name="丁喆彤" initials="丁" lastIdx="1" clrIdx="0"/>
  <p:cmAuthor id="741" name="Eliva Sun" initials="E" lastIdx="1" clrIdx="0"/>
  <p:cmAuthor id="742" name="张辉" initials="张" lastIdx="2" clrIdx="741"/>
  <p:cmAuthor id="743" name="hainan zheng" initials="h" lastIdx="1" clrIdx="0"/>
  <p:cmAuthor id="744" name="李 惠" initials="李" lastIdx="1" clrIdx="0"/>
  <p:cmAuthor id="745" name="lish54" initials="l" lastIdx="2" clrIdx="744"/>
  <p:cmAuthor id="748" name="殷 积波" initials="殷" lastIdx="1" clrIdx="22"/>
  <p:cmAuthor id="749" name="启浩" initials="启" lastIdx="2" clrIdx="0"/>
  <p:cmAuthor id="750" name="袨?嗴?傤?" initials="袨" lastIdx="0" clrIdx="0"/>
  <p:cmAuthor id="751" name="林玲 郑" initials="林" lastIdx="12" clrIdx="0"/>
  <p:cmAuthor id="752" name="554154816@qq.com" initials="5" lastIdx="0" clrIdx="0"/>
  <p:cmAuthor id="753" name="未知用户192" initials="未" lastIdx="1" clrIdx="0"/>
  <p:cmAuthor id="754" name="志刚 赵" initials="志" lastIdx="1" clrIdx="0"/>
  <p:cmAuthor id="758" name="赵博洋(L. D.)" initials="赵" lastIdx="1" clrIdx="2"/>
  <p:cmAuthor id="760" name="sizx" initials="s" lastIdx="2" clrIdx="759"/>
  <p:cmAuthor id="762" name="张洁01-lhq" initials="张" lastIdx="3" clrIdx="0"/>
  <p:cmAuthor id="763" name="池依曼" initials="池" lastIdx="2" clrIdx="72"/>
  <p:cmAuthor id="764" name="未知用户219" initials="未" lastIdx="3" clrIdx="0"/>
  <p:cmAuthor id="765" name="未知用户230" initials="未" lastIdx="2" clrIdx="0"/>
  <p:cmAuthor id="766" name="未知用户231" initials="未" lastIdx="1" clrIdx="0"/>
  <p:cmAuthor id="767" name="未知用户232" initials="未" lastIdx="1" clrIdx="0"/>
  <p:cmAuthor id="768" name="未知用户237" initials="未" lastIdx="7" clrIdx="0"/>
  <p:cmAuthor id="769" name="未知用户226" initials="未" lastIdx="1" clrIdx="0"/>
  <p:cmAuthor id="770" name="亚运 曹" initials="亚" lastIdx="3" clrIdx="2"/>
  <p:cmAuthor id="771" name="39538" initials="3" lastIdx="1" clrIdx="770"/>
  <p:cmAuthor id="772" name="张正明" initials="张" lastIdx="1" clrIdx="0"/>
  <p:cmAuthor id="773" name="FANG SUN" initials="F" lastIdx="2" clrIdx="4"/>
  <p:cmAuthor id="774" name="富德生命人寿" initials="富" lastIdx="1" clrIdx="0"/>
  <p:cmAuthor id="775" name="袁缘" initials="袁" lastIdx="0" clrIdx="0"/>
  <p:cmAuthor id="776" name="未知用户416" initials="未" lastIdx="1" clrIdx="0"/>
  <p:cmAuthor id="777" name="未知用户404" initials="未" lastIdx="15" clrIdx="0"/>
  <p:cmAuthor id="778" name="未知用户408" initials="未" lastIdx="1" clrIdx="1"/>
  <p:cmAuthor id="779" name="未知用户409" initials="未" lastIdx="7" clrIdx="0"/>
  <p:cmAuthor id="780" name="未知用户412" initials="未" lastIdx="0" clrIdx="1"/>
  <p:cmAuthor id="781" name="未知用户413" initials="未" lastIdx="1" clrIdx="0"/>
  <p:cmAuthor id="782" name="未知用户414" initials="未" lastIdx="1" clrIdx="0"/>
  <p:cmAuthor id="783" name="未知用户415" initials="未" lastIdx="1" clrIdx="0"/>
  <p:cmAuthor id="784" name="未知用户215" initials="未" lastIdx="0" clrIdx="0"/>
  <p:cmAuthor id="785" name="未知用户217" initials="未" lastIdx="0" clrIdx="0"/>
  <p:cmAuthor id="786" name="未知用户261" initials="未" lastIdx="0" clrIdx="0"/>
  <p:cmAuthor id="787" name="未知用户371" initials="未" lastIdx="1" clrIdx="0"/>
  <p:cmAuthor id="788" name="未知用户370" initials="未" lastIdx="1" clrIdx="0"/>
  <p:cmAuthor id="789" name="未知用户347" initials="未" lastIdx="10" clrIdx="0"/>
  <p:cmAuthor id="790" name="未知用户348" initials="未" lastIdx="1" clrIdx="0"/>
  <p:cmAuthor id="791" name="未知用户286" initials="未" lastIdx="1" clrIdx="0"/>
  <p:cmAuthor id="792" name="未知用户373" initials="未" lastIdx="2" clrIdx="0"/>
  <p:cmAuthor id="793" name="未知用户350" initials="未" lastIdx="1" clrIdx="0"/>
  <p:cmAuthor id="794" name="未知用户218" initials="未" lastIdx="0" clrIdx="0"/>
  <p:cmAuthor id="795" name="未知用户351" initials="未" lastIdx="1" clrIdx="0"/>
  <p:cmAuthor id="796" name="未知用户352" initials="未" lastIdx="1" clrIdx="1"/>
  <p:cmAuthor id="797" name="未知用户353" initials="未" lastIdx="7" clrIdx="0"/>
  <p:cmAuthor id="798" name="未知用户354" initials="未" lastIdx="3" clrIdx="0"/>
  <p:cmAuthor id="799" name="未知用户355" initials="未" lastIdx="1" clrIdx="0"/>
  <p:cmAuthor id="800" name="未知用户356" initials="未" lastIdx="0" clrIdx="0"/>
  <p:cmAuthor id="801" name="未知用户378" initials="未" lastIdx="1" clrIdx="0"/>
  <p:cmAuthor id="802" name="未知用户357" initials="未" lastIdx="9" clrIdx="0"/>
  <p:cmAuthor id="803" name="未知用户362" initials="未" lastIdx="1" clrIdx="0"/>
  <p:cmAuthor id="804" name="未知用户363" initials="未" lastIdx="0" clrIdx="0"/>
  <p:cmAuthor id="805" name="未知用户374" initials="未" lastIdx="1" clrIdx="0"/>
  <p:cmAuthor id="806" name="未知用户375" initials="未" lastIdx="1" clrIdx="0"/>
  <p:cmAuthor id="807" name="未知用户369" initials="未" lastIdx="2" clrIdx="0"/>
  <p:cmAuthor id="808" name="未知用户376" initials="未" lastIdx="22" clrIdx="0"/>
  <p:cmAuthor id="809" name="未知用户377" initials="未" lastIdx="1" clrIdx="0"/>
  <p:cmAuthor id="810" name="未知用户372" initials="未" lastIdx="1" clrIdx="1"/>
  <p:cmAuthor id="812" name="a1270005862@outlook.com" initials="a" lastIdx="1" clrIdx="177"/>
  <p:cmAuthor id="814" name="未知用户466" initials="未" lastIdx="3" clrIdx="0"/>
  <p:cmAuthor id="815" name="未知用户460" initials="未" lastIdx="1" clrIdx="0"/>
  <p:cmAuthor id="816" name="未知用户454" initials="未" lastIdx="2" clrIdx="0"/>
  <p:cmAuthor id="817" name="未知用户461" initials="未" lastIdx="0" clrIdx="0"/>
  <p:cmAuthor id="818" name="未知用户455" initials="未" lastIdx="1" clrIdx="0"/>
  <p:cmAuthor id="819" name="未知用户462" initials="未" lastIdx="10" clrIdx="0"/>
  <p:cmAuthor id="820" name="未知用户465" initials="未" lastIdx="1" clrIdx="5"/>
  <p:cmAuthor id="821" name="未知用户457" initials="未" lastIdx="1" clrIdx="0"/>
  <p:cmAuthor id="822" name="未知用户450" initials="未" lastIdx="0" clrIdx="0"/>
  <p:cmAuthor id="823" name="未知用户463" initials="未" lastIdx="1" clrIdx="18"/>
  <p:cmAuthor id="824" name="未知用户467" initials="未" lastIdx="0" clrIdx="0"/>
  <p:cmAuthor id="825" name="未知用户468" initials="未" lastIdx="1" clrIdx="0"/>
  <p:cmAuthor id="826" name="未知用户469" initials="未" lastIdx="1" clrIdx="0"/>
  <p:cmAuthor id="827" name="未知用户458" initials="未" lastIdx="2" clrIdx="0"/>
  <p:cmAuthor id="828" name="未知用户470" initials="未" lastIdx="1" clrIdx="0"/>
  <p:cmAuthor id="829" name="未知用户471" initials="未" lastIdx="1" clrIdx="0"/>
  <p:cmAuthor id="830" name="未知用户472" initials="未" lastIdx="1" clrIdx="0"/>
  <p:cmAuthor id="831" name="未知用户473" initials="未" lastIdx="4" clrIdx="0"/>
  <p:cmAuthor id="832" name="未知用户235" initials="未" lastIdx="0" clrIdx="1"/>
  <p:cmAuthor id="833" name="未知用户453" initials="未" lastIdx="1" clrIdx="0"/>
  <p:cmAuthor id="834" name="未知用户474" initials="未" lastIdx="0" clrIdx="0"/>
  <p:cmAuthor id="835" name="未知用户475" initials="未" lastIdx="0" clrIdx="0"/>
  <p:cmAuthor id="836" name="未知用户476" initials="未" lastIdx="1" clrIdx="0"/>
  <p:cmAuthor id="837" name="未知用户459" initials="未" lastIdx="1" clrIdx="1"/>
  <p:cmAuthor id="838" name="未知用户489" initials="未" lastIdx="1" clrIdx="0"/>
  <p:cmAuthor id="938" name="kfzx-sunbh" initials="k" lastIdx="1" clrIdx="937"/>
  <p:cmAuthor id="985" name="Luo Mingjie" initials="L" lastIdx="0" clrIdx="0"/>
  <p:cmAuthor id="1411828" name="Jarod" initials="J" lastIdx="6" clrIdx="43"/>
  <p:cmAuthor id="1411829" name="Rebecca XiaoqianZhang" initials="rebezhang" lastIdx="1" clrIdx="44"/>
  <p:cmAuthor id="289" name="MA15" initials="" lastIdx="1" clrIdx="0"/>
  <p:cmAuthor id="309" name="杨 晓彤" initials="杨" lastIdx="2" clrIdx="0"/>
  <p:cmAuthor id="317" name="Andrew Moss (HI)" initials="A" lastIdx="10" clrIdx="10"/>
  <p:cmAuthor id="691587972" name="冯江宁" initials="U" lastIdx="1" clrIdx="45"/>
  <p:cmAuthor id="691587973" name="ghostcat" initials="g" lastIdx="1" clrIdx="72"/>
  <p:cmAuthor id="349" name="Dizzy" initials="D" lastIdx="3" clrIdx="0"/>
  <p:cmAuthor id="374" name="ZYM" initials="Z" lastIdx="0" clrIdx="18"/>
  <p:cmAuthor id="414" name="未知用户98" initials="未" lastIdx="1" clrIdx="0"/>
  <p:cmAuthor id="454" name="Think" initials="T" lastIdx="1" clrIdx="453"/>
  <p:cmAuthor id="457" name="mawei19" initials="m" lastIdx="1" clrIdx="21"/>
  <p:cmAuthor id="47245819" name="群智集" initials="群" lastIdx="0" clrIdx="0"/>
  <p:cmAuthor id="29922660" name="杨强" initials="杨" lastIdx="0" clrIdx="0"/>
  <p:cmAuthor id="29922661" name="454659240@qq.com" initials="4" lastIdx="4" clrIdx="7"/>
  <p:cmAuthor id="441412215" name="tonghailan" initials="t" lastIdx="1126972" clrIdx="1"/>
  <p:cmAuthor id="337" name="hwjjjjjjjj" initials="h" lastIdx="2" clrIdx="336"/>
  <p:cmAuthor id="338" name="laichenxi" initials="u" lastIdx="1" clrIdx="337"/>
  <p:cmAuthor id="287643687" name="cheng" initials="c" lastIdx="13" clrIdx="0"/>
  <p:cmAuthor id="287643688" name="方少_UbQfrimU" initials="authorId_442114952" lastIdx="0" clrIdx="0"/>
  <p:cmAuthor id="287643689" name="叶盛_Q3A3IfEf" initials="authorId_506280334" lastIdx="0" clrIdx="0"/>
  <p:cmAuthor id="287643690" name="Harley._bEJrUJ7r" initials="authorId_432156705" lastIdx="0" clrIdx="0"/>
  <p:cmAuthor id="691587974" name="行 朱" initials="行朱" lastIdx="1" clrIdx="517"/>
  <p:cmAuthor id="287643691" name="罗平_VB7vJb2E" initials="authorId_305049361" lastIdx="0" clrIdx="0"/>
  <p:cmAuthor id="691587975" name="Huxiaojian" initials="H" lastIdx="0" clrIdx="518"/>
  <p:cmAuthor id="287643692" name="xixi_nUjqe22E" initials="authorId_359229261" lastIdx="0" clrIdx="0"/>
  <p:cmAuthor id="287643693" name="安安_zm6nYnYZ" initials="authorId_347340296" lastIdx="0" clrIdx="0"/>
  <p:cmAuthor id="348" name="X1" initials="X" lastIdx="1" clrIdx="347"/>
  <p:cmAuthor id="350" name="Hao Yue" initials="HY" lastIdx="2" clrIdx="349"/>
  <p:cmAuthor id="287643696" name="周君_MfIffYra" initials="authorId_375419134" lastIdx="0" clrIdx="0"/>
  <p:cmAuthor id="426" name="未知的使用者102" initials="未" lastIdx="5" clrIdx="1"/>
  <p:cmAuthor id="428" name="Unknown User52" initials="U" lastIdx="1" clrIdx="0"/>
  <p:cmAuthor id="431" name="未知用户162" initials="未" lastIdx="1" clrIdx="1"/>
  <p:cmAuthor id="433" name="針對所選的門市進行小範圍實驗，捕捉驅動績效的關鍵影響因子" initials="針" lastIdx="1" clrIdx="0"/>
  <p:cmAuthor id="434" name="James" initials="J" lastIdx="1" clrIdx="0"/>
  <p:cmAuthor id="435" name="未知的使用者114" initials="未" lastIdx="1" clrIdx="0"/>
  <p:cmAuthor id="441" name="未知的使用者176" initials="未" lastIdx="1" clrIdx="0"/>
  <p:cmAuthor id="444" name="未知的使用者179" initials="未" lastIdx="1" clrIdx="0"/>
  <p:cmAuthor id="445" name="未知的使用者180" initials="未" lastIdx="2" clrIdx="0"/>
  <p:cmAuthor id="448" name="未知的使用者190" initials="未" lastIdx="1" clrIdx="1"/>
  <p:cmAuthor id="449" name="未知的使用者191" initials="未" lastIdx="1" clrIdx="0"/>
  <p:cmAuthor id="450" name="未知的使用者141" initials="未" lastIdx="8" clrIdx="0"/>
  <p:cmAuthor id="451" name="未知的使用者142" initials="未" lastIdx="1" clrIdx="0"/>
  <p:cmAuthor id="452" name="不明使用者6" initials="不" lastIdx="1" clrIdx="0"/>
  <p:cmAuthor id="453" name="未知的使用者143" initials="未" lastIdx="1" clrIdx="0"/>
  <p:cmAuthor id="490" name="未知的使用者255" initials="未" lastIdx="1" clrIdx="0"/>
  <p:cmAuthor id="2005" name="毕邺" initials="党委办公室" lastIdx="2" clrIdx="37"/>
  <p:cmAuthor id="501" name="未知的使用者188" initials="未" lastIdx="1" clrIdx="0"/>
  <p:cmAuthor id="210492768" name="zhang" initials="z" lastIdx="2" clrIdx="35"/>
  <p:cmAuthor id="394525612" name="goulei" initials="g" lastIdx="2" clrIdx="41"/>
  <p:cmAuthor id="703786450" name="gongjt" initials="g" lastIdx="6" clrIdx="704"/>
  <p:cmAuthor id="372" name="dcis" initials="d" lastIdx="4" clrIdx="0"/>
  <p:cmAuthor id="424" name="Unknown User67" initials="U" lastIdx="1" clrIdx="0"/>
  <p:cmAuthor id="492" name="未知的使用者217" initials="未" lastIdx="1" clrIdx="1"/>
  <p:cmAuthor id="494" name="未知的使用者219" initials="未" lastIdx="2" clrIdx="0"/>
  <p:cmAuthor id="505" name="未知的使用者131" initials="未" lastIdx="2" clrIdx="0"/>
  <p:cmAuthor id="506" name="未知的使用者132" initials="未" lastIdx="8" clrIdx="0"/>
  <p:cmAuthor id="513" name="未知的使用者250" initials="未" lastIdx="1" clrIdx="0"/>
  <p:cmAuthor id="518" name="未知的使用者253" initials="未" lastIdx="1" clrIdx="0"/>
  <p:cmAuthor id="146566726" name="高飞" initials="高" lastIdx="0" clrIdx="0"/>
  <p:cmAuthor id="146566727" name="xzb1" initials="x" lastIdx="1" clrIdx="1"/>
  <p:cmAuthor id="1358309861" name="呵呵先生" initials="呵" lastIdx="1" clrIdx="0"/>
  <p:cmAuthor id="1411830" name="晶 王" initials="晶王" lastIdx="1" clrIdx="46"/>
  <p:cmAuthor id="761" name="雨林木风" initials="雨" lastIdx="14" clrIdx="1"/>
  <p:cmAuthor id="47245821" name="宋玉坤" initials="W用" lastIdx="1" clrIdx="24"/>
  <p:cmAuthor id="47245822" name="黄 晓贤" initials="黄" lastIdx="2" clrIdx="32"/>
  <p:cmAuthor id="47245824" name="goforever814" initials="g" lastIdx="1" clrIdx="34"/>
  <p:cmAuthor id="2006" name="qsl" initials="q" lastIdx="3" clrIdx="38"/>
  <p:cmAuthor id="346" name="谷雨" initials="谷" lastIdx="1" clrIdx="0"/>
  <p:cmAuthor id="377" name="甘源" initials="甘" lastIdx="4" clrIdx="0"/>
  <p:cmAuthor id="382" name="古二蛋" initials="古" lastIdx="1" clrIdx="2"/>
  <p:cmAuthor id="286" name="Picc" initials="P" lastIdx="1" clrIdx="0"/>
  <p:cmAuthor id="737" name="PPTer_Tang" initials="P" lastIdx="1" clrIdx="0"/>
  <p:cmAuthor id="1000" name="kfzx-yingwl" initials="k" lastIdx="1" clrIdx="999"/>
  <p:cmAuthor id="264" name="未知用户178" initials="未" lastIdx="7" clrIdx="0"/>
  <p:cmAuthor id="272" name="未知用户185" initials="未" lastIdx="1" clrIdx="21"/>
  <p:cmAuthor id="273" name="未知用户186" initials="未" lastIdx="1" clrIdx="0"/>
  <p:cmAuthor id="862" name="Mia Vida Villanueva" initials="M" lastIdx="1" clrIdx="0"/>
  <p:cmAuthor id="391" name="lixun" initials="l" lastIdx="0" clrIdx="16"/>
  <p:cmAuthor id="430" name="Yun-Ting Tseng" initials="Y" lastIdx="7" clrIdx="0"/>
  <p:cmAuthor id="432" name="G" initials="G" lastIdx="1" clrIdx="22"/>
  <p:cmAuthor id="436" name="齐涛" initials="齐" lastIdx="1" clrIdx="0"/>
  <p:cmAuthor id="439" name="1003776019@qq.com" initials="1" lastIdx="1" clrIdx="33"/>
  <p:cmAuthor id="273567702" name="孙雨琛" initials="孙" lastIdx="1" clrIdx="792"/>
  <p:cmAuthor id="691587976" name="Dongzhichao (Charles)" initials="D(" lastIdx="1" clrIdx="519"/>
  <p:cmAuthor id="394525613" name="刘莎_Rnie2Mv6" initials="authorId_1390812686" lastIdx="0" clrIdx="0"/>
  <p:cmAuthor id="394525614" name="董耘_um22zMFb" initials="authorId_1461203234" lastIdx="0" clrIdx="0"/>
  <p:cmAuthor id="394525615" name="廖一明" initials="廖一明" lastIdx="1" clrIdx="236"/>
  <p:cmAuthor id="47245820" name="郏 鹏" initials="郏" lastIdx="1" clrIdx="16"/>
  <p:cmAuthor id="1507355" name="隔壁老张" initials="隔" lastIdx="3" clrIdx="0"/>
  <p:cmAuthor id="263441768" name="蒋芳" initials="蒋" lastIdx="1" clrIdx="789"/>
  <p:cmAuthor id="401701936" name="冷暖自知" initials="冷" lastIdx="1" clrIdx="64"/>
  <p:cmAuthor id="313865456" name="Gusto" initials="G" lastIdx="1" clrIdx="832"/>
  <p:cmAuthor id="475196944" name="姚琳" initials="姚" lastIdx="1133934" clrIdx="0"/>
  <p:cmAuthor id="257877136" name="烬飞默途" initials="烬" lastIdx="1" clrIdx="809"/>
  <p:cmAuthor id="372920898" name="刘国飞" initials="刘" lastIdx="1" clrIdx="756"/>
  <p:cmAuthor id="691587977" name="gh666 S" initials="gS" lastIdx="1" clrIdx="759"/>
  <p:cmAuthor id="691587978" name="田宇恒" initials="田" lastIdx="1" clrIdx="691587977"/>
  <p:cmAuthor id="691587979" name="Mars" initials="M" lastIdx="8" clrIdx="691587978"/>
  <p:cmAuthor id="540056527" name="阿修罗" initials="阿" lastIdx="1" clrIdx="724"/>
  <p:cmAuthor id="1023" name="kfzx-gugy" initials="k" lastIdx="2" clrIdx="1022"/>
  <p:cmAuthor id="292" name="未知用户48" initials="" lastIdx="1" clrIdx="0"/>
  <p:cmAuthor id="305" name="未知的使用者122" initials="" lastIdx="1" clrIdx="0"/>
  <p:cmAuthor id="339" name="雍中婧" initials="雍" lastIdx="26" clrIdx="0"/>
  <p:cmAuthor id="342" name="邓蓉榕" initials="邓" lastIdx="1" clrIdx="0"/>
  <p:cmAuthor id="343" name="пользователь Microsoft Office" initials="п" lastIdx="1" clrIdx="0"/>
  <p:cmAuthor id="351" name="FS" initials="F" lastIdx="1" clrIdx="0"/>
  <p:cmAuthor id="358" name="huangxm31" initials="h" lastIdx="2" clrIdx="203"/>
  <p:cmAuthor id="359" name="lenovo0" initials="l" lastIdx="1" clrIdx="0"/>
  <p:cmAuthor id="373" name="未知用户" initials="未" lastIdx="1" clrIdx="0"/>
  <p:cmAuthor id="375" name="ZZC" initials="Z" lastIdx="1" clrIdx="1"/>
  <p:cmAuthor id="378" name="朱雪松" initials="朱" lastIdx="2" clrIdx="2"/>
  <p:cmAuthor id="380" name="李秋静" initials="李" lastIdx="1" clrIdx="1"/>
  <p:cmAuthor id="383" name="张梦莞" initials="张" lastIdx="1" clrIdx="27"/>
  <p:cmAuthor id="398" name="未知用户152" initials="未" lastIdx="3" clrIdx="0"/>
  <p:cmAuthor id="407" name="穆 峯" initials="穆" lastIdx="1" clrIdx="771"/>
  <p:cmAuthor id="408" name="未知用户158" initials="未" lastIdx="7" clrIdx="0"/>
  <p:cmAuthor id="409" name="未知用户159" initials="未" lastIdx="1" clrIdx="0"/>
  <p:cmAuthor id="413" name="未知用户149" initials="未" lastIdx="0" clrIdx="0"/>
  <p:cmAuthor id="415" name="未知用户147" initials="未" lastIdx="1" clrIdx="0"/>
  <p:cmAuthor id="417" name="Changing Zhuang" initials="C" lastIdx="1" clrIdx="1"/>
  <p:cmAuthor id="418" name="未知用户177" initials="未" lastIdx="7" clrIdx="0"/>
  <p:cmAuthor id="420" name="未知用户179" initials="未" lastIdx="1" clrIdx="0"/>
  <p:cmAuthor id="422" name="未知用户181" initials="未" lastIdx="0" clrIdx="1"/>
  <p:cmAuthor id="423" name="未知用户182" initials="未" lastIdx="1" clrIdx="0"/>
  <p:cmAuthor id="446" name="武立强" initials="武" lastIdx="1" clrIdx="0"/>
  <p:cmAuthor id="467" name="倚海听风" initials="倚" lastIdx="1" clrIdx="21"/>
  <p:cmAuthor id="635" name="BIAN Mengyan" initials="B" lastIdx="1" clrIdx="0"/>
  <p:cmAuthor id="1038" name="kfzx-fengdg" initials="k" lastIdx="1" clrIdx="1037"/>
  <p:cmAuthor id="1039" name="kfzx-mengjb" initials="k" lastIdx="5" clrIdx="1038"/>
  <p:cmAuthor id="1035" name="kfzx-gaoyr" initials="k" lastIdx="3" clrIdx="1034"/>
  <p:cmAuthor id="923" name="冰箱" initials="冰" lastIdx="1" clrIdx="0"/>
  <p:cmAuthor id="437" name="徐 伟钦" initials="徐" lastIdx="2" clrIdx="0"/>
  <p:cmAuthor id="521" name="未知用户161" initials="未" lastIdx="1" clrIdx="0"/>
  <p:cmAuthor id="999" name="kfzx-xulinl" initials="k" lastIdx="7" clrIdx="998"/>
  <p:cmAuthor id="1025" name="kfzx-hanwc" initials="k" lastIdx="1" clrIdx="1024"/>
  <p:cmAuthor id="683614812" name="何半仙" initials="何" lastIdx="1" clrIdx="74"/>
  <p:cmAuthor id="936" name="000988809" initials="0" lastIdx="1" clrIdx="935"/>
  <p:cmAuthor id="1048" name="KFZX-shihj" initials="K" lastIdx="1" clrIdx="1047"/>
  <p:cmAuthor id="1021" name="kfzx-liuq" initials="k" lastIdx="2" clrIdx="1020"/>
  <p:cmAuthor id="1013" name="kfzx-suny" initials="k" lastIdx="1" clrIdx="1012"/>
  <p:cmAuthor id="1040" name="000831573" initials="0" lastIdx="1" clrIdx="1039"/>
  <p:cmAuthor id="1058" name="方磊" initials="方" lastIdx="1" clrIdx="1057"/>
  <p:cmAuthor id="875" name="449030419@qq.com" initials="4" lastIdx="1" clrIdx="0"/>
  <p:cmAuthor id="964" name="喰?" initials="喰" lastIdx="20" clrIdx="0"/>
  <p:cmAuthor id="1056" name="001160936" initials="0" lastIdx="1" clrIdx="1055"/>
  <p:cmAuthor id="1316121250" name="袁一_EZnuuEZN" initials="authorId_AKPScMFQEPpVhFDh:322383" lastIdx="0" clrIdx="0"/>
  <p:cmAuthor id="1041" name="kfzx-huangxl" initials="k" lastIdx="1" clrIdx="1040"/>
  <p:cmAuthor id="1006" name="001410301" initials="0" lastIdx="1" clrIdx="1005"/>
  <p:cmAuthor id="998" name="001530236" initials="0" lastIdx="1" clrIdx="997"/>
  <p:cmAuthor id="1032" name="001538113" initials="0" lastIdx="2" clrIdx="1031"/>
  <p:cmAuthor id="1022" name="kfzx-yangk1" initials="k" lastIdx="1" clrIdx="1021"/>
  <p:cmAuthor id="1483810881" name="WPS_1679281038" initials="W" lastIdx="1" clrIdx="2"/>
  <p:cmAuthor id="1036" name="李龙骏" initials="李" lastIdx="1" clrIdx="1035"/>
  <p:cmAuthor id="1007" name="未知的使用者77" initials="未" lastIdx="1" clrIdx="0"/>
  <p:cmAuthor id="1008" name="未知的使用者78" initials="未" lastIdx="5" clrIdx="1"/>
  <p:cmAuthor id="1063" name="001646711" initials="0" lastIdx="2" clrIdx="1062"/>
  <p:cmAuthor id="1014" name="Unknown User55" initials="U" lastIdx="1" clrIdx="1"/>
  <p:cmAuthor id="1046" name="kfzx-libh" initials="k" lastIdx="1" clrIdx="1045"/>
  <p:cmAuthor id="1054" name="000786382" initials="0" lastIdx="2" clrIdx="1053"/>
  <p:cmAuthor id="1030" name="kfzx-lux1" initials="k" lastIdx="1" clrIdx="1029"/>
  <p:cmAuthor id="1002" name="kfzx-yangd" initials="k" lastIdx="1" clrIdx="1001"/>
  <p:cmAuthor id="1026" name="张海艳_jAv2n6bA" initials="张" lastIdx="0" clrIdx="0"/>
  <p:cmAuthor id="1087" name="001457312" initials="0" lastIdx="1" clrIdx="1086"/>
  <p:cmAuthor id="1074" name="000799172" initials="0" lastIdx="2" clrIdx="1073"/>
  <p:cmAuthor id="1060" name="000755289" initials="0" lastIdx="6" clrIdx="1059"/>
  <p:cmAuthor id="1049" name="chenjy1018@outlook.com" initials="c" lastIdx="1" clrIdx="463"/>
  <p:cmAuthor id="1069" name="朱晓彤" initials="朱" lastIdx="1" clrIdx="454"/>
  <p:cmAuthor id="1085" name="kp l" initials="k" lastIdx="2" clrIdx="0"/>
  <p:cmAuthor id="1106" name="chinalife" initials="c" lastIdx="1" clrIdx="0"/>
  <p:cmAuthor id="1127" name="丁颢哲" initials="丁" lastIdx="1" clrIdx="1126"/>
  <p:cmAuthor id="445961289" name="杨晓伟" initials="杨" lastIdx="1" clrIdx="19"/>
  <p:cmAuthor id="341299834" name="李凯" initials="李" lastIdx="1" clrIdx="19"/>
  <p:cmAuthor id="1024" name="苏旭禧" initials="苏" lastIdx="2" clrIdx="1023"/>
  <p:cmAuthor id="1042" name="001236628" initials="0" lastIdx="1" clrIdx="1041"/>
  <p:cmAuthor id="1101" name="曾海彬" initials="曾" lastIdx="1" clrIdx="1100"/>
  <p:cmAuthor id="1065" name="kfzx-yangzf" initials="k" lastIdx="1" clrIdx="1064"/>
  <p:cmAuthor id="1010" name="001198259" initials="0" lastIdx="3" clrIdx="1009"/>
  <p:cmAuthor id="1066" name="kfzx-xuyj01" initials="k" lastIdx="4" clrIdx="1065"/>
  <p:cmAuthor id="1077" name="周璐媛" initials="周" lastIdx="1" clrIdx="1076"/>
  <p:cmAuthor id="1483810882" name="shenwenrui" initials="s" lastIdx="2" clrIdx="691587979"/>
  <p:cmAuthor id="1019" name="wangsuyu" initials="w" lastIdx="1" clrIdx="1018"/>
  <p:cmAuthor id="1020" name="TK" initials="T" lastIdx="1" clrIdx="1019"/>
  <p:cmAuthor id="1027" name="达里奥" initials="达" lastIdx="1" clrIdx="1022"/>
  <p:cmAuthor id="1028" name="win11" initials="w" lastIdx="1" clrIdx="1027"/>
  <p:cmAuthor id="1029" name="张蓝茜" initials="张" lastIdx="1" clrIdx="1028"/>
  <p:cmAuthor id="1031" name="lijh145" initials="l" lastIdx="1" clrIdx="1030"/>
  <p:cmAuthor id="1033" name="47519" initials="4" lastIdx="1" clrIdx="1032"/>
  <p:cmAuthor id="1034" name="nie_y" initials="n" lastIdx="1" clrIdx="914"/>
  <p:cmAuthor id="1037" name="guan zhong" initials="g" lastIdx="2" clrIdx="207"/>
  <p:cmAuthor id="1044" name="wangjly" initials="w" lastIdx="1" clrIdx="1043"/>
  <p:cmAuthor id="1045" name="wangmiao" initials="w" lastIdx="1" clrIdx="1044"/>
  <p:cmAuthor id="1047" name="mazn01" initials="m" lastIdx="1" clrIdx="1046"/>
  <p:cmAuthor id="1051" name="lih32" initials="l" lastIdx="1" clrIdx="1050"/>
  <p:cmAuthor id="1052" name="Modle" initials="M" lastIdx="1" clrIdx="0"/>
  <p:cmAuthor id="1053" name="linyi" initials="l" lastIdx="1" clrIdx="1052"/>
  <p:cmAuthor id="1057" name="51957" initials="5" lastIdx="1" clrIdx="1056"/>
  <p:cmAuthor id="1059" name="zhangruimin" initials="z" lastIdx="1" clrIdx="1058"/>
  <p:cmAuthor id="1061" name="甘 露" initials="甘" lastIdx="5" clrIdx="111"/>
  <p:cmAuthor id="1062" name="大勇哥" initials="大" lastIdx="1" clrIdx="223"/>
  <p:cmAuthor id="1064" name="liuqing46" initials="liuqing46" lastIdx="2" clrIdx="1063"/>
  <p:cmAuthor id="1067" name="wangcz2" initials="w" lastIdx="3" clrIdx="0"/>
  <p:cmAuthor id="1068" name="l" initials="l" lastIdx="1" clrIdx="93"/>
  <p:cmAuthor id="1070" name="liulan" initials="l" lastIdx="7" clrIdx="22"/>
  <p:cmAuthor id="1072" name="MY" initials="M" lastIdx="1" clrIdx="753"/>
  <p:cmAuthor id="1073" name="zhoukx03" initials="z" lastIdx="1" clrIdx="1072"/>
  <p:cmAuthor id="1075" name="lu tong" initials="l" lastIdx="1" clrIdx="0"/>
  <p:cmAuthor id="1076" name="郑雅欣---寿险总公司营销市场部" initials="郑" lastIdx="1" clrIdx="0"/>
  <p:cmAuthor id="1079" name="JS-NT-HA" initials="J" lastIdx="1" clrIdx="744"/>
  <p:cmAuthor id="1080" name="李岩" initials="李" lastIdx="4" clrIdx="0"/>
  <p:cmAuthor id="1082" name="melody" initials="m" lastIdx="1" clrIdx="1081"/>
  <p:cmAuthor id="1084" name="qhb" initials="q" lastIdx="1" clrIdx="153"/>
  <p:cmAuthor id="1086" name="miao zhang" initials="m" lastIdx="1" clrIdx="22"/>
  <p:cmAuthor id="1088" name="阳 焦" initials="阳" lastIdx="1" clrIdx="0"/>
  <p:cmAuthor id="1089" name="黄超" initials="黄" lastIdx="2" clrIdx="1088"/>
  <p:cmAuthor id="1090" name="吴沛南" initials="吴沛南" lastIdx="3" clrIdx="1089"/>
  <p:cmAuthor id="1092" name="崔阳阳" initials="崔" lastIdx="1" clrIdx="453"/>
  <p:cmAuthor id="1093" name="Lee Melo" initials="L" lastIdx="1" clrIdx="0"/>
  <p:cmAuthor id="1095" name="运营" initials="运" lastIdx="1" clrIdx="101"/>
  <p:cmAuthor id="1097" name="徐晓丽" initials="徐" lastIdx="1" clrIdx="23"/>
  <p:cmAuthor id="1099" name="戴方方" initials="戴" lastIdx="3" clrIdx="0"/>
  <p:cmAuthor id="1100" name="陈 明东" initials="陈" lastIdx="1" clrIdx="0"/>
  <p:cmAuthor id="1103" name="office365" initials="o" lastIdx="1" clrIdx="22"/>
  <p:cmAuthor id="1105" name="甄 建文" initials="甄" lastIdx="4" clrIdx="24"/>
  <p:cmAuthor id="1107" name="章梦滢" initials="章" lastIdx="5" clrIdx="0"/>
  <p:cmAuthor id="1108" name="yangsl33" initials="y" lastIdx="1" clrIdx="1107"/>
  <p:cmAuthor id="1109" name="57867" initials="5" lastIdx="1" clrIdx="95"/>
  <p:cmAuthor id="1112" name="Chris French" initials="C" lastIdx="68" clrIdx="4"/>
  <p:cmAuthor id="1114" name="Zhang, Teresa-Y" initials="Z" lastIdx="23" clrIdx="0"/>
  <p:cmAuthor id="1115" name="Melissa" initials="M" lastIdx="1" clrIdx="239"/>
  <p:cmAuthor id="1116" name="tcymr@163.com" initials="t" lastIdx="0" clrIdx="2"/>
  <p:cmAuthor id="1117" name="史 喜英" initials="史" lastIdx="6" clrIdx="728"/>
  <p:cmAuthor id="1118" name="天元" initials="天" lastIdx="1" clrIdx="224"/>
  <p:cmAuthor id="1119" name="congxuesong" initials="c" lastIdx="4" clrIdx="1"/>
  <p:cmAuthor id="1121" name="Chen" initials="C" lastIdx="1" clrIdx="94"/>
  <p:cmAuthor id="1122" name="liuzao" initials="l" lastIdx="1" clrIdx="1121"/>
  <p:cmAuthor id="1123" name="陈冰靓" initials="陈" lastIdx="1" clrIdx="1"/>
  <p:cmAuthor id="1128" name="chen xiaoling" initials="c" lastIdx="1" clrIdx="36"/>
  <p:cmAuthor id="1129" name="叶 俊锋" initials="叶" lastIdx="0" clrIdx="4"/>
  <p:cmAuthor id="1130" name="YANGCHENG" initials="Y" lastIdx="1" clrIdx="0"/>
  <p:cmAuthor id="1131" name="zhaoxx" initials="z" lastIdx="1" clrIdx="243"/>
  <p:cmAuthor id="1133" name="why" initials="w" lastIdx="2" clrIdx="32"/>
  <p:cmAuthor id="1136" name="wuyizhe" initials="w" lastIdx="0" clrIdx="0"/>
  <p:cmAuthor id="1138" name="huangxiaowu" initials="h" lastIdx="2" clrIdx="241"/>
  <p:cmAuthor id="1147" name="li chen" initials="l" lastIdx="1" clrIdx="34"/>
  <p:cmAuthor id="1148" name="黄 佳昕" initials="黄" lastIdx="2" clrIdx="120"/>
  <p:cmAuthor id="1149" name="康玮华" initials="康" lastIdx="1" clrIdx="0"/>
  <p:cmAuthor id="1151" name="马琛琛" initials="马" lastIdx="1" clrIdx="0"/>
  <p:cmAuthor id="1154" name="PQ" initials="P" lastIdx="1" clrIdx="1153"/>
  <p:cmAuthor id="1155" name="楚汉公司企划部" initials="楚" lastIdx="1" clrIdx="884"/>
  <p:cmAuthor id="1156" name="xingxf" initials="x" lastIdx="2" clrIdx="0"/>
  <p:cmAuthor id="1159" name="easonyoun" initials="e" lastIdx="0" clrIdx="0"/>
  <p:cmAuthor id="1163" name="吴 育明" initials="吴" lastIdx="3" clrIdx="0"/>
  <p:cmAuthor id="1167" name="19140" initials="1" lastIdx="2" clrIdx="0"/>
  <p:cmAuthor id="1168" name="刘沐妍" initials="刘" lastIdx="4" clrIdx="1"/>
  <p:cmAuthor id="1177" name="shouzhan" initials="s" lastIdx="1" clrIdx="855"/>
  <p:cmAuthor id="1182" name="陈虹" initials="陈" lastIdx="1" clrIdx="93"/>
  <p:cmAuthor id="1183" name="JIDI" initials="J" lastIdx="0" clrIdx="0"/>
  <p:cmAuthor id="1188" name="547518668@qq.com" initials="5" lastIdx="1" clrIdx="0"/>
  <p:cmAuthor id="1192" name="邹维敏" initials="邹" lastIdx="1" clrIdx="91"/>
  <p:cmAuthor id="1193" name="Dlj0533" initials="D" lastIdx="1" clrIdx="96"/>
  <p:cmAuthor id="1199" name="王 宣" initials="王" lastIdx="1" clrIdx="2"/>
  <p:cmAuthor id="1200" name="杨淑淇❀" initials="杨" lastIdx="1" clrIdx="93"/>
  <p:cmAuthor id="1203" name="朱云" initials="朱" lastIdx="1" clrIdx="141"/>
  <p:cmAuthor id="1206" name="yunshengjun" initials="y" lastIdx="1" clrIdx="248"/>
  <p:cmAuthor id="1211" name="王潇" initials="王" lastIdx="1" clrIdx="426"/>
  <p:cmAuthor id="1218" name="张玮" initials="张" lastIdx="1" clrIdx="438"/>
  <p:cmAuthor id="1219" name="PXB" initials="P" lastIdx="1" clrIdx="453"/>
  <p:cmAuthor id="1220" name="TPL-1803-310253" initials="T" lastIdx="2" clrIdx="436"/>
  <p:cmAuthor id="1223" name="Disuzz" initials="D" lastIdx="2" clrIdx="189"/>
  <p:cmAuthor id="1226" name="Keve" initials="K" lastIdx="1" clrIdx="95"/>
  <p:cmAuthor id="1227" name="陆 先生" initials="陆" lastIdx="1" clrIdx="93"/>
  <p:cmAuthor id="1228" name="未知用户62" initials="未" lastIdx="1" clrIdx="0"/>
  <p:cmAuthor id="1229" name="wenxing" initials="w" lastIdx="3" clrIdx="0"/>
  <p:cmAuthor id="1230" name="sl" initials="s" lastIdx="1" clrIdx="429"/>
  <p:cmAuthor id="1231" name="SC-CD-YX3B-备用HP1" initials="S" lastIdx="1" clrIdx="439"/>
  <p:cmAuthor id="1316121251" name="abc" initials="a" lastIdx="1" clrIdx="954"/>
  <p:cmAuthor id="1232" name="紫藤无语" initials="紫" lastIdx="1" clrIdx="440"/>
  <p:cmAuthor id="1316121252" name="袁立兰_raeu3emQ" initials="authorId_50943" lastIdx="1041" clrIdx="0"/>
  <p:cmAuthor id="1237" name="李珔暐" initials="李" lastIdx="1" clrIdx="1"/>
  <p:cmAuthor id="1239" name="levy" initials="l" lastIdx="2" clrIdx="0"/>
  <p:cmAuthor id="1246" name="៰ݰ" initials="៰" lastIdx="0" clrIdx="0"/>
  <p:cmAuthor id="1247" name="王 楠" initials="王" lastIdx="1" clrIdx="728"/>
  <p:cmAuthor id="1248" name="陈中桃" initials="陈" lastIdx="1" clrIdx="463"/>
  <p:cmAuthor id="1250" name="霍琰" initials="霍" lastIdx="1" clrIdx="422"/>
  <p:cmAuthor id="1253" name="tianjuan555555@outlook.com" initials="t" lastIdx="1" clrIdx="139"/>
  <p:cmAuthor id="1257" name="surface" initials="s" lastIdx="1" clrIdx="734"/>
  <p:cmAuthor id="1262" name="yyb" initials="y" lastIdx="1" clrIdx="998"/>
  <p:cmAuthor id="1271" name="陈 娟" initials="陈" lastIdx="1" clrIdx="447"/>
  <p:cmAuthor id="1272" name="刘薇" initials="刘" lastIdx="2" clrIdx="0"/>
  <p:cmAuthor id="1273" name="孙珍珍" initials="孙" lastIdx="0" clrIdx="1"/>
  <p:cmAuthor id="1274" name="李蓓" initials="李" lastIdx="4" clrIdx="2"/>
  <p:cmAuthor id="1275" name="童 灏" initials="童" lastIdx="1" clrIdx="728"/>
  <p:cmAuthor id="1276" name="yJQ" initials="y" lastIdx="1" clrIdx="733"/>
  <p:cmAuthor id="273800997" name="EM" initials="E" lastIdx="1" clrIdx="0"/>
  <p:cmAuthor id="811" name="51176" initials="5" lastIdx="2" clrIdx="810"/>
  <p:cmAuthor id="813" name="实习生_严政宇" initials="实" lastIdx="2" clrIdx="1"/>
  <p:cmAuthor id="859" name="陈晓丽" initials="陈晓丽" lastIdx="1" clrIdx="858"/>
  <p:cmAuthor id="904" name="nieyp" initials="n" lastIdx="2" clrIdx="0"/>
  <p:cmAuthor id="914" name="leimengqi" initials="l" lastIdx="1" clrIdx="898"/>
  <p:cmAuthor id="268064164" name="江 玲" initials="江" lastIdx="1" clrIdx="14"/>
  <p:cmAuthor id="946" name="H1900" initials="H" lastIdx="1" clrIdx="0"/>
  <p:cmAuthor id="1003" name="likq06" initials="l" lastIdx="1" clrIdx="1002"/>
  <p:cmAuthor id="1004" name="wangjing48" initials="w" lastIdx="1" clrIdx="1003"/>
  <p:cmAuthor id="1005" name="李巾" initials="李" lastIdx="1" clrIdx="1004"/>
  <p:cmAuthor id="1009" name="zuohm" initials="z" lastIdx="2" clrIdx="1008"/>
  <p:cmAuthor id="1011" name="Alina" initials="A" lastIdx="1" clrIdx="1010"/>
  <p:cmAuthor id="1016" name="姜伟齐" initials="姜" lastIdx="1" clrIdx="0"/>
  <p:cmAuthor id="1017" name="yangshh" initials="y" lastIdx="2" clrIdx="1007"/>
  <p:cmAuthor id="1018" name="minad" initials="m" lastIdx="1" clrIdx="810"/>
  <p:cmAuthor id="1015" name="kfzx-zhangdj" initials="k" lastIdx="1" clrIdx="1014"/>
  <p:cmAuthor id="1358309862" name="王娇_Ef2iQZnI" initials="authorId_384932" lastIdx="0" clrIdx="0"/>
  <p:cmAuthor id="1358309863" name="谢庆鸿_zMRv632e" initials="authorId_369523" lastIdx="0" clrIdx="0"/>
  <p:cmAuthor id="1358309864" name="王娇_z26jVvQf" initials="authorId_278472" lastIdx="0" clrIdx="0"/>
  <p:cmAuthor id="1091" name="001149162" initials="0" lastIdx="1" clrIdx="1090"/>
  <p:cmAuthor id="209261083" name="Wildebussy." initials="W" lastIdx="1" clrIdx="161"/>
  <p:cmAuthor id="462" name="yangysh" initials="y" lastIdx="1" clrIdx="0"/>
  <p:cmAuthor id="1098" name="001530237" initials="0" lastIdx="2" clrIdx="1097"/>
  <p:cmAuthor id="336646032" name="慕红秋" initials="慕" lastIdx="15" clrIdx="101"/>
  <p:cmAuthor id="1096" name="000803827" initials="0" lastIdx="1" clrIdx="1095"/>
  <p:cmAuthor id="1043" name="kfzx-wenzb" initials="k" lastIdx="2" clrIdx="1042"/>
  <p:cmAuthor id="1255" name="000912235" initials="0" lastIdx="1" clrIdx="1254"/>
  <p:cmAuthor id="1120" name="wangweenie" initials="w" lastIdx="2" clrIdx="1025"/>
  <p:cmAuthor id="1164" name="office user" initials="o" lastIdx="1" clrIdx="2"/>
  <p:cmAuthor id="1191" name="Deng weihua" initials="D" lastIdx="1" clrIdx="21"/>
  <p:cmAuthor id="1245" name="尹瑶瑶" initials="尹" lastIdx="1" clrIdx="47"/>
  <p:cmAuthor id="1201" name="001754511" initials="0" lastIdx="1" clrIdx="1200"/>
  <p:cmAuthor id="69" name="仝德志" initials="仝" lastIdx="1" clrIdx="0"/>
  <p:cmAuthor id="1145" name="李鹏飞" initials="李" lastIdx="1" clrIdx="1"/>
  <p:cmAuthor id="1263" name="吴迪" initials="吴" lastIdx="4" clrIdx="1262"/>
  <p:cmAuthor id="1078" name="888804586" initials="8" lastIdx="1" clrIdx="1077"/>
  <p:cmAuthor id="757" name="崔冶鸣（内蒙古英才管培生）" initials="崔" lastIdx="1" clrIdx="0"/>
  <p:cmAuthor id="47245823" name="刘海娜|liuhaina" initials="W用" lastIdx="1" clrIdx="36"/>
  <p:cmAuthor id="1256" name="kfzx-guz" initials="k" lastIdx="0" clrIdx="1255"/>
  <p:cmAuthor id="1258" name="kfzx-liyt" initials="k" lastIdx="0" clrIdx="1257"/>
  <p:cmAuthor id="1259" name="KFZX-JIANGDB" initials="K" lastIdx="0" clrIdx="1258"/>
  <p:cmAuthor id="1260" name="kfzx-ducy" initials="k" lastIdx="0" clrIdx="1259"/>
  <p:cmAuthor id="1261" name="kfzx-tangqy" initials="k" lastIdx="0" clrIdx="1260"/>
  <p:cmAuthor id="1264" name="hj" initials="h" lastIdx="0" clrIdx="1263"/>
  <p:cmAuthor id="1265" name="bob kang" initials="b" lastIdx="0" clrIdx="1264"/>
  <p:cmAuthor id="1266" name="彭浩" initials="彭" lastIdx="0" clrIdx="1265"/>
  <p:cmAuthor id="1267" name="zyrstz" initials="z" lastIdx="0" clrIdx="1266"/>
  <p:cmAuthor id="1268" name="kfzx-lvjie" initials="k" lastIdx="0" clrIdx="1267"/>
  <p:cmAuthor id="1269" name="未知用户7" initials="未" lastIdx="0" clrIdx="1268"/>
  <p:cmAuthor id="1270" name="kfzx-tongyq" initials="k" lastIdx="0" clrIdx="1269"/>
  <p:cmAuthor id="1277" name="kfzx-gengsy" initials="k" lastIdx="0" clrIdx="1276"/>
  <p:cmAuthor id="1278" name="kfzx-jialf" initials="k" lastIdx="0" clrIdx="1277"/>
  <p:cmAuthor id="1279" name="于淼" initials="于" lastIdx="0" clrIdx="1278"/>
  <p:cmAuthor id="1280" name="kfzx-liuap" initials="k" lastIdx="0" clrIdx="1279"/>
  <p:cmAuthor id="1281" name="kfzx-xukb" initials="k" lastIdx="0" clrIdx="1280"/>
  <p:cmAuthor id="1282" name="kfzx-xix" initials="k" lastIdx="0" clrIdx="1281"/>
  <p:cmAuthor id="1283" name="hy-tkyl" initials="h" lastIdx="0" clrIdx="1282"/>
  <p:cmAuthor id="1284" name="岳文甲" initials="岳" lastIdx="0" clrIdx="1283"/>
  <p:cmAuthor id="1285" name="Ms" initials="M" lastIdx="0" clrIdx="1284"/>
  <p:cmAuthor id="1286" name="chen" initials="c" lastIdx="0" clrIdx="1285"/>
  <p:cmAuthor id="1287" name="季玉洁" initials="季" lastIdx="0" clrIdx="1286"/>
  <p:cmAuthor id="1288" name="YANGS-PC" initials="Y" lastIdx="0" clrIdx="1287"/>
  <p:cmAuthor id="1289" name="anni" initials="a" lastIdx="0" clrIdx="1288"/>
  <p:cmAuthor id="1291" name="彬 罗" initials="彬" lastIdx="0" clrIdx="1290"/>
  <p:cmAuthor id="1292" name="1 mac" initials="1" lastIdx="0" clrIdx="1291"/>
  <p:cmAuthor id="1293" name="新萝卜家园" initials="新" lastIdx="0" clrIdx="1292"/>
  <p:cmAuthor id="1294" name="宋春华" initials="宋" lastIdx="0" clrIdx="1293"/>
  <p:cmAuthor id="1295" name="lixiaosong" initials="l" lastIdx="0" clrIdx="1294"/>
  <p:cmAuthor id="1296" name="Microsoft 帐户" initials="M" lastIdx="0" clrIdx="1295"/>
  <p:cmAuthor id="1297" name="temp" initials="t" lastIdx="0" clrIdx="1296"/>
  <p:cmAuthor id="1298" name="王怀璋" initials="王" lastIdx="0" clrIdx="1297"/>
  <p:cmAuthor id="1299" name="W Nic" initials="W" lastIdx="0" clrIdx="1298"/>
  <p:cmAuthor id="1300" name="huijy01" initials="h" lastIdx="0" clrIdx="1299"/>
  <p:cmAuthor id="1301" name="Huangx" initials="H" lastIdx="0" clrIdx="1300"/>
  <p:cmAuthor id="1302" name="Elfie" initials="E" lastIdx="0" clrIdx="1301"/>
  <p:cmAuthor id="1303" name="yuancc04" initials="y" lastIdx="0" clrIdx="1302"/>
  <p:cmAuthor id="1304" name="lity28" initials="l" lastIdx="0" clrIdx="1303"/>
  <p:cmAuthor id="1305" name="未知用户92" initials="未" lastIdx="0" clrIdx="1304"/>
  <p:cmAuthor id="1306" name="庞宝国" initials="庞" lastIdx="0" clrIdx="1305"/>
  <p:cmAuthor id="1307" name="张炎-商业广告_iA3qbeyi" initials="authorId_1320782576" lastIdx="0" clrIdx="1306"/>
  <p:cmAuthor id="1308" name="kfzx-lixm" initials="k" lastIdx="0" clrIdx="1307"/>
  <p:cmAuthor id="1309" name="未知的使用者37" initials="未" lastIdx="0" clrIdx="1308"/>
  <p:cmAuthor id="1310" name="未知的使用者54" initials="未" lastIdx="0" clrIdx="1309"/>
  <p:cmAuthor id="1311" name="未知的使用者69" initials="未" lastIdx="0" clrIdx="1310"/>
  <p:cmAuthor id="1312" name="聂潇丽" initials="聂" lastIdx="0" clrIdx="1311"/>
  <p:cmAuthor id="1313" name="CodonMedical" initials="C" lastIdx="0" clrIdx="1312"/>
  <p:cmAuthor id="1314" name="未知用户184" initials="未" lastIdx="0" clrIdx="1313"/>
  <p:cmAuthor id="1315" name="吴杰" initials="吴" lastIdx="0" clrIdx="1314"/>
  <p:cmAuthor id="1316" name="YUN Jiayue" initials="Y" lastIdx="0" clrIdx="1315"/>
  <p:cmAuthor id="1317" name="未知用户93" initials="未" lastIdx="0" clrIdx="1316"/>
  <p:cmAuthor id="1318" name="未知用户97" initials="未" lastIdx="0" clrIdx="1317"/>
  <p:cmAuthor id="1319" name="未知用户102" initials="未" lastIdx="0" clrIdx="1318"/>
  <p:cmAuthor id="1320" name="未知用户104" initials="未" lastIdx="0" clrIdx="1319"/>
  <p:cmAuthor id="1321" name="Kate Sillitoe (HI)" initials="K" lastIdx="0" clrIdx="1320"/>
  <p:cmAuthor id="1322" name="孟轩君" initials="孟" lastIdx="0" clrIdx="1321"/>
  <p:cmAuthor id="1323" name="加 林" initials="加" lastIdx="0" clrIdx="1322"/>
  <p:cmAuthor id="1324" name="百里 长青" initials="百" lastIdx="0" clrIdx="1323"/>
  <p:cmAuthor id="1325" name="刘 姝" initials="刘" lastIdx="0" clrIdx="1324"/>
  <p:cmAuthor id="1326" name="xikai gao" initials="x" lastIdx="0" clrIdx="1325"/>
  <p:cmAuthor id="1327" name="王芳" initials="王" lastIdx="0" clrIdx="1326"/>
  <p:cmAuthor id="1328" name="盛红" initials="盛" lastIdx="0" clrIdx="1327"/>
  <p:cmAuthor id="1329" name="黄楹" initials="黄楹" lastIdx="0" clrIdx="1328"/>
  <p:cmAuthor id="1330" name="A" initials="A" lastIdx="0" clrIdx="1329"/>
  <p:cmAuthor id="1331" name="炸?" initials="炸" lastIdx="0" clrIdx="1330"/>
  <p:cmAuthor id="1332" name="张建超" initials="张" lastIdx="0" clrIdx="1331"/>
  <p:cmAuthor id="1333" name="fz" initials="f" lastIdx="0" clrIdx="1332"/>
  <p:cmAuthor id="1334" name="sylvia lee" initials="" lastIdx="0" clrIdx="1333"/>
  <p:cmAuthor id="1335" name="吴 小丽" initials="吴" lastIdx="0" clrIdx="1334"/>
  <p:cmAuthor id="1336" name="xuhaoyu" initials="" lastIdx="0" clrIdx="1335"/>
  <p:cmAuthor id="1337" name="未知用户69" initials="未" lastIdx="0" clrIdx="1336"/>
  <p:cmAuthor id="1338" name="ThinkPad" initials="T" lastIdx="0" clrIdx="1337"/>
  <p:cmAuthor id="1339" name="杨东风" initials="杨" lastIdx="0" clrIdx="1338"/>
  <p:cmAuthor id="1340" name="未知用户191" initials="未" lastIdx="0" clrIdx="1339"/>
  <p:cmAuthor id="1341" name="未知用户53" initials="未" lastIdx="0" clrIdx="1340"/>
  <p:cmAuthor id="1342" name="雕刻时光 1987" initials="雕" lastIdx="0" clrIdx="1341"/>
  <p:cmAuthor id="1343" name="ST-Zhaoyamo" initials="S" lastIdx="0" clrIdx="1342"/>
  <p:cmAuthor id="1344" name="未知用户50" initials="未" lastIdx="0" clrIdx="1343"/>
  <p:cmAuthor id="1345" name="韩喆权" initials="韩" lastIdx="0" clrIdx="1344"/>
  <p:cmAuthor id="1346" name="China" initials="C" lastIdx="0" clrIdx="1345"/>
  <p:cmAuthor id="1347" name="康炳振" initials="康" lastIdx="0" clrIdx="1346"/>
  <p:cmAuthor id="1348" name="朱明霞" initials="朱" lastIdx="0" clrIdx="1347"/>
  <p:cmAuthor id="1349" name="bai bai" initials="b" lastIdx="0" clrIdx="1348"/>
  <p:cmAuthor id="1350" name="郭敏娜(Minna Guo)" initials="郭" lastIdx="0" clrIdx="1349"/>
  <p:cmAuthor id="1351" name="xiaoxuan Zeng" initials="x" lastIdx="0" clrIdx="1350"/>
  <p:cmAuthor id="1352" name="未知用户190" initials="未" lastIdx="0" clrIdx="1351"/>
  <p:cmAuthor id="1353" name="Qu song" initials="Q" lastIdx="0" clrIdx="1352"/>
  <p:cmAuthor id="1354" name="tcymr" initials="t" lastIdx="0" clrIdx="1353"/>
  <p:cmAuthor id="1355" name="未知用户212" initials="未" lastIdx="0" clrIdx="1354"/>
  <p:cmAuthor id="1356" name="叶茂甫" initials="叶" lastIdx="0" clrIdx="1355"/>
  <p:cmAuthor id="1357" name="张洲萌" initials="张" lastIdx="0" clrIdx="1356"/>
  <p:cmAuthor id="1358" name="黄 兴贵" initials="黄" lastIdx="0" clrIdx="1357"/>
  <p:cmAuthor id="1359" name="1" initials="1" lastIdx="0" clrIdx="1358"/>
  <p:cmAuthor id="1360" name="袁 玥挺" initials="" lastIdx="0" clrIdx="1359"/>
  <p:cmAuthor id="1361" name="office2016mac05452" initials="o" lastIdx="0" clrIdx="1360"/>
  <p:cmAuthor id="1362" name="hp" initials="h" lastIdx="0" clrIdx="1361"/>
  <p:cmAuthor id="1363" name="超乎想象" initials="超" lastIdx="0" clrIdx="1362"/>
  <p:cmAuthor id="1364" name="未知用户338" initials="未" lastIdx="0" clrIdx="1363"/>
  <p:cmAuthor id="1365" name="未知用户339" initials="未" lastIdx="0" clrIdx="1364"/>
  <p:cmAuthor id="1366" name="远 姚" initials="远" lastIdx="0" clrIdx="1365"/>
  <p:cmAuthor id="1367" name="华为" initials="华" lastIdx="0" clrIdx="1366"/>
  <p:cmAuthor id="1368" name="未知用户223" initials="未" lastIdx="0" clrIdx="1367"/>
  <p:cmAuthor id="1369" name="未知用户225" initials="未" lastIdx="0" clrIdx="1368"/>
  <p:cmAuthor id="1370" name="未知用户319" initials="未" lastIdx="0" clrIdx="1369"/>
  <p:cmAuthor id="1371" name="未知用户321" initials="未" lastIdx="0" clrIdx="1370"/>
  <p:cmAuthor id="1372" name="wtt" initials="w" lastIdx="0" clrIdx="1371"/>
  <p:cmAuthor id="1373" name="jiangjunrz" initials="jiangjunrz" lastIdx="0" clrIdx="1372"/>
  <p:cmAuthor id="1374" name="未知的使用者239" initials="未" lastIdx="0" clrIdx="1373"/>
  <p:cmAuthor id="1375" name="未知的使用者261" initials="未" lastIdx="0" clrIdx="1374"/>
  <p:cmAuthor id="1376" name="未知的使用者263" initials="未" lastIdx="0" clrIdx="1375"/>
  <p:cmAuthor id="1377" name="未知的使用者266" initials="未" lastIdx="0" clrIdx="1376"/>
  <p:cmAuthor id="1378" name="陈玉燕_Efqqnie2" initials="authorId_360192" lastIdx="0" clrIdx="1377"/>
  <p:cmAuthor id="1379" name="kfzx-gancc" initials="k" lastIdx="0" clrIdx="1378"/>
  <p:cmAuthor id="1380" name="kfzx-zhouyj02" initials="k" lastIdx="0" clrIdx="1379"/>
  <p:cmAuthor id="1381" name="ansen emma" initials="a" lastIdx="0" clrIdx="1380"/>
  <p:cmAuthor id="1382" name="钱 伟强" initials="钱" lastIdx="0" clrIdx="1381"/>
  <p:cmAuthor id="1383" name="hee-lhb" initials="h" lastIdx="0" clrIdx="1382"/>
  <p:cmAuthor id="1384" name="konglu2012@126.com" initials="k" lastIdx="0" clrIdx="1383"/>
  <p:cmAuthor id="1385" name="金鱼·张晨·远想·项目经理" initials="金" lastIdx="0" clrIdx="1384"/>
  <p:cmAuthor id="1386" name="JOHNNY GAO" initials="J" lastIdx="0" clrIdx="1385"/>
  <p:cmAuthor id="1387" name="liushiyuan" initials="l" lastIdx="0" clrIdx="1386"/>
  <p:cmAuthor id="1388" name="??" initials="?" lastIdx="0" clrIdx="1387"/>
  <p:cmAuthor id="1389" name="赵云" initials="赵" lastIdx="0" clrIdx="1388"/>
  <p:cmAuthor id="1390" name="wdl" initials="w" lastIdx="0" clrIdx="1389"/>
  <p:cmAuthor id="1391" name="fumen" initials="f" lastIdx="0" clrIdx="1390"/>
  <p:cmAuthor id="1392" name="weilong yan" initials="w" lastIdx="0" clrIdx="1391"/>
  <p:cmAuthor id="1393" name="未知用户289" initials="未" lastIdx="0" clrIdx="1392"/>
  <p:cmAuthor id="1394" name="未知的使用者207" initials="未" lastIdx="0" clrIdx="1393"/>
  <p:cmAuthor id="1395" name="未知的使用者208" initials="未" lastIdx="0" clrIdx="1394"/>
  <p:cmAuthor id="1396" name="未知的使用者189" initials="未" lastIdx="0" clrIdx="1395"/>
  <p:cmAuthor id="1397" name="未知的使用者193" initials="未" lastIdx="0" clrIdx="1396"/>
  <p:cmAuthor id="1398" name="未知的使用者212" initials="未" lastIdx="0" clrIdx="1397"/>
  <p:cmAuthor id="1399" name="未知的使用者154" initials="未" lastIdx="0" clrIdx="1398"/>
  <p:cmAuthor id="1400" name="未知的使用者246" initials="未" lastIdx="0" clrIdx="1399"/>
  <p:cmAuthor id="1401" name="未知的使用者226" initials="未" lastIdx="0" clrIdx="1400"/>
  <p:cmAuthor id="1402" name="未知的使用者257" initials="未" lastIdx="0" clrIdx="1401"/>
  <p:cmAuthor id="311" name="kfzx-chenken" initials="k" lastIdx="6" clrIdx="310"/>
  <p:cmAuthor id="1083" name="张燕" initials="张" lastIdx="0" clrIdx="1082"/>
  <p:cmAuthor id="1094" name="kfzx-zhangqf01" initials="k" lastIdx="0" clrIdx="1093"/>
  <p:cmAuthor id="856" name="董爽爽" initials="董" lastIdx="1" clrIdx="399"/>
  <p:cmAuthor id="511221968" name="sun" initials="s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clrMru>
    <a:srgbClr val="FFFFFF"/>
    <a:srgbClr val="000000"/>
    <a:srgbClr val="0000FF"/>
    <a:srgbClr val="C00000"/>
    <a:srgbClr val="0099FF"/>
    <a:srgbClr val="00999B"/>
    <a:srgbClr val="FF6600"/>
    <a:srgbClr val="7F7F7F"/>
    <a:srgbClr val="A6A6A6"/>
    <a:srgbClr val="B406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 horzBarState="maximized">
    <p:restoredLeft sz="26140"/>
    <p:restoredTop sz="96429"/>
  </p:normalViewPr>
  <p:slideViewPr>
    <p:cSldViewPr snapToGrid="0" showGuides="1">
      <p:cViewPr>
        <p:scale>
          <a:sx n="60" d="100"/>
          <a:sy n="60" d="100"/>
        </p:scale>
        <p:origin x="42" y="276"/>
      </p:cViewPr>
      <p:guideLst>
        <p:guide orient="horz" pos="2720"/>
        <p:guide pos="3649"/>
        <p:guide pos="129"/>
        <p:guide pos="7376"/>
        <p:guide orient="horz" pos="407"/>
        <p:guide orient="horz" pos="3472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6" cy="72006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Master" Target="slideMasters/slideMaster8.xml"/><Relationship Id="rId8" Type="http://schemas.openxmlformats.org/officeDocument/2006/relationships/slideMaster" Target="slideMasters/slideMaster7.xml"/><Relationship Id="rId7" Type="http://schemas.openxmlformats.org/officeDocument/2006/relationships/slideMaster" Target="slideMasters/slideMaster6.xml"/><Relationship Id="rId6" Type="http://schemas.openxmlformats.org/officeDocument/2006/relationships/slideMaster" Target="slideMasters/slideMaster5.xml"/><Relationship Id="rId5" Type="http://schemas.openxmlformats.org/officeDocument/2006/relationships/slideMaster" Target="slideMasters/slideMaster4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5" Type="http://schemas.openxmlformats.org/officeDocument/2006/relationships/commentAuthors" Target="commentAuthors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handoutMaster" Target="handoutMasters/handoutMaster1.xml"/><Relationship Id="rId20" Type="http://schemas.openxmlformats.org/officeDocument/2006/relationships/slide" Target="slides/slide10.xml"/><Relationship Id="rId2" Type="http://schemas.openxmlformats.org/officeDocument/2006/relationships/theme" Target="theme/theme1.xml"/><Relationship Id="rId19" Type="http://schemas.openxmlformats.org/officeDocument/2006/relationships/slide" Target="slides/slide9.xml"/><Relationship Id="rId18" Type="http://schemas.openxmlformats.org/officeDocument/2006/relationships/slide" Target="slides/slide8.xml"/><Relationship Id="rId17" Type="http://schemas.openxmlformats.org/officeDocument/2006/relationships/slide" Target="slides/slide7.xml"/><Relationship Id="rId16" Type="http://schemas.openxmlformats.org/officeDocument/2006/relationships/slide" Target="slides/slide6.xml"/><Relationship Id="rId15" Type="http://schemas.openxmlformats.org/officeDocument/2006/relationships/slide" Target="slides/slide5.xml"/><Relationship Id="rId14" Type="http://schemas.openxmlformats.org/officeDocument/2006/relationships/slide" Target="slides/slide4.xml"/><Relationship Id="rId13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1" Type="http://schemas.openxmlformats.org/officeDocument/2006/relationships/slide" Target="slides/slide2.xml"/><Relationship Id="rId10" Type="http://schemas.openxmlformats.org/officeDocument/2006/relationships/slide" Target="slides/slid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fontAlgn="auto"/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fontAlgn="auto"/>
            <a:fld id="{45C98034-7DAB-4BA7-9402-30FF9D9F5726}" type="datetimeFigureOut">
              <a:rPr lang="zh-CN" altLang="en-US" strike="noStrike" noProof="1" smtClean="0">
                <a:latin typeface="+mn-lt"/>
                <a:ea typeface="+mn-ea"/>
                <a:cs typeface="+mn-cs"/>
              </a:rPr>
            </a:fld>
            <a:endParaRPr lang="zh-CN" altLang="en-US" strike="noStrike" noProof="1"/>
          </a:p>
        </p:txBody>
      </p:sp>
      <p:sp>
        <p:nvSpPr>
          <p:cNvPr id="7172" name="幻灯片图像占位符 3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173" name="备注占位符 4"/>
          <p:cNvSpPr>
            <a:spLocks noGrp="1"/>
          </p:cNvSpPr>
          <p:nvPr>
            <p:ph type="body" sz="quarter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 w="9525">
            <a:noFill/>
          </a:ln>
        </p:spPr>
        <p:txBody>
          <a:bodyPr vert="horz" lIns="91440" tIns="45720" rIns="91440" bIns="45720" anchor="t" anchorCtr="0"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 indent="0"/>
            <a:r>
              <a:rPr lang="zh-CN" altLang="en-US"/>
              <a:t>第二级</a:t>
            </a:r>
            <a:endParaRPr lang="zh-CN" altLang="en-US"/>
          </a:p>
          <a:p>
            <a:pPr lvl="2" indent="0"/>
            <a:r>
              <a:rPr lang="zh-CN" altLang="en-US"/>
              <a:t>第三级</a:t>
            </a:r>
            <a:endParaRPr lang="zh-CN" altLang="en-US"/>
          </a:p>
          <a:p>
            <a:pPr lvl="3" indent="0"/>
            <a:r>
              <a:rPr lang="zh-CN" altLang="en-US"/>
              <a:t>第四级</a:t>
            </a:r>
            <a:endParaRPr lang="zh-CN" altLang="en-US"/>
          </a:p>
          <a:p>
            <a:pPr lvl="4" indent="0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fontAlgn="auto"/>
            <a:endParaRPr lang="zh-CN" altLang="en-US" strike="noStrike" noProof="1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fontAlgn="auto"/>
            <a:fld id="{27016975-1D4D-491B-8EC5-CCC6AF49DF07}" type="slidenum">
              <a:rPr lang="zh-CN" altLang="en-US" strike="noStrike" noProof="1" smtClean="0">
                <a:latin typeface="+mn-lt"/>
                <a:ea typeface="+mn-ea"/>
                <a:cs typeface="+mn-cs"/>
              </a:rPr>
            </a:fld>
            <a:endParaRPr lang="zh-CN" altLang="en-US" strike="noStrike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>
                <a:sym typeface="+mn-ea"/>
              </a:rPr>
              <a:t>增加触点层</a:t>
            </a:r>
            <a:endParaRPr lang="zh-CN" altLang="en-US"/>
          </a:p>
          <a:p>
            <a:r>
              <a:rPr lang="zh-CN" altLang="en-US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（参考其他总体方案的架构图）</a:t>
            </a:r>
            <a:endParaRPr lang="zh-CN" altLang="en-US" b="1" dirty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>
                <a:sym typeface="+mn-ea"/>
              </a:rPr>
              <a:t>增加触点层</a:t>
            </a:r>
            <a:endParaRPr lang="zh-CN" altLang="en-US"/>
          </a:p>
          <a:p>
            <a:r>
              <a:rPr lang="zh-CN" altLang="en-US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（参考其他总体方案的架构图）</a:t>
            </a:r>
            <a:endParaRPr lang="zh-CN" altLang="en-US" b="1" dirty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6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2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单击此处编辑正文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9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单击此处编辑正文</a:t>
            </a:r>
            <a:endParaRPr lang="zh-CN" altLang="en-US" smtClean="0"/>
          </a:p>
          <a:p>
            <a:pPr lvl="0"/>
            <a:r>
              <a:rPr lang="zh-CN" altLang="en-US" smtClean="0">
                <a:sym typeface="+mn-ea"/>
              </a:rPr>
              <a:t>单击此处编辑正文</a:t>
            </a:r>
            <a:endParaRPr lang="zh-CN" altLang="en-US" smtClean="0"/>
          </a:p>
          <a:p>
            <a:pPr lvl="0"/>
            <a:r>
              <a:rPr lang="zh-CN" altLang="en-US" smtClean="0">
                <a:sym typeface="+mn-ea"/>
              </a:rPr>
              <a:t>单击此处编辑正文</a:t>
            </a:r>
            <a:endParaRPr lang="zh-CN" altLang="en-US" smtClean="0"/>
          </a:p>
          <a:p>
            <a:pPr lvl="0"/>
            <a:r>
              <a:rPr lang="zh-CN" altLang="en-US" smtClean="0">
                <a:sym typeface="+mn-ea"/>
              </a:rPr>
              <a:t>单击此处编辑正文</a:t>
            </a:r>
            <a:endParaRPr lang="zh-CN" altLang="en-US" smtClean="0">
              <a:sym typeface="+mn-ea"/>
            </a:endParaRPr>
          </a:p>
          <a:p>
            <a:pPr lvl="0"/>
            <a:r>
              <a:rPr lang="zh-CN" altLang="en-US" smtClean="0">
                <a:sym typeface="+mn-ea"/>
              </a:rPr>
              <a:t>单击此处编辑正文</a:t>
            </a:r>
            <a:endParaRPr lang="zh-CN" altLang="en-US" smtClean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/>
            </a:lvl1pPr>
          </a:lstStyle>
          <a:p>
            <a:r>
              <a:rPr>
                <a:sym typeface="+mn-ea"/>
              </a:rPr>
              <a:t>单击此处编辑母版标题样式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defTabSz="914400">
              <a:defRPr lang="zh-CN" altLang="en-US" dirty="0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defRPr>
            </a:lvl1pPr>
            <a:lvl2pPr marL="457200" lvl="1" indent="0" defTabSz="914400">
              <a:buNone/>
              <a:tabLst>
                <a:tab pos="1609725" algn="l"/>
              </a:tabLst>
              <a:defRPr lang="zh-CN" altLang="en-US" dirty="0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defRPr>
            </a:lvl2pPr>
            <a:lvl3pPr lvl="2" defTabSz="914400">
              <a:defRPr lang="zh-CN" altLang="en-US" dirty="0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defRPr>
            </a:lvl3pPr>
            <a:lvl4pPr lvl="3" defTabSz="914400">
              <a:defRPr lang="zh-CN" altLang="en-US" dirty="0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defRPr>
            </a:lvl4pPr>
            <a:lvl5pPr lvl="4" defTabSz="914400">
              <a:defRPr lang="zh-CN" altLang="en-US" dirty="0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None/>
              <a:tabLst>
                <a:tab pos="1609725" algn="l"/>
              </a:tabLst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tabLst>
                <a:tab pos="1609725" algn="l"/>
              </a:tabLst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tabLst>
                <a:tab pos="1609725" algn="l"/>
              </a:tabLst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6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fontAlgn="auto"/>
            <a:fld id="{E393A047-6B07-424D-8BA0-6852F6A2055F}" type="datetimeFigureOut">
              <a:rPr lang="zh-CN" altLang="en-US" strike="noStrike" noProof="1" smtClean="0">
                <a:latin typeface="+mn-lt"/>
                <a:ea typeface="+mn-ea"/>
                <a:cs typeface="+mn-cs"/>
              </a:rPr>
            </a:fld>
            <a:endParaRPr lang="zh-CN" altLang="en-US" strike="noStrike" noProof="1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fontAlgn="auto"/>
            <a:endParaRPr lang="zh-CN" altLang="en-US" strike="noStrike" noProof="1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fontAlgn="auto"/>
            <a:fld id="{EB9FE9B2-07D2-4E66-BD6B-9C83EDDDE909}" type="slidenum">
              <a:rPr lang="zh-CN" altLang="en-US" strike="noStrike" noProof="1" smtClean="0">
                <a:latin typeface="+mn-lt"/>
                <a:ea typeface="+mn-ea"/>
                <a:cs typeface="+mn-cs"/>
              </a:rPr>
            </a:fld>
            <a:endParaRPr lang="zh-CN" altLang="en-US" strike="noStrike" noProof="1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9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 smtClean="0"/>
              <a:t>单击此处编辑母版副标题样式</a:t>
            </a:r>
            <a:endParaRPr lang="zh-CN" altLang="en-US" strike="noStrike" noProof="1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366607"/>
            <a:ext cx="10972800" cy="1524000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9600" y="2133600"/>
            <a:ext cx="10972800" cy="6035040"/>
          </a:xfrm>
          <a:prstGeom prst="rect">
            <a:avLst/>
          </a:prstGeo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1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366607"/>
            <a:ext cx="10972800" cy="1524000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  <a:prstGeom prst="rect">
            <a:avLst/>
          </a:prstGeo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  <a:prstGeom prst="rect">
            <a:avLst/>
          </a:prstGeo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186775" y="1778439"/>
            <a:ext cx="4873575" cy="823912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1186775" y="2665379"/>
            <a:ext cx="4873575" cy="3524284"/>
          </a:xfrm>
          <a:prstGeom prst="rect">
            <a:avLst/>
          </a:prstGeo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256939" y="1778439"/>
            <a:ext cx="4897576" cy="823912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256939" y="2665379"/>
            <a:ext cx="4897576" cy="3524284"/>
          </a:xfrm>
          <a:prstGeom prst="rect">
            <a:avLst/>
          </a:prstGeo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366607"/>
            <a:ext cx="10972800" cy="1524000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  <p:hf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416534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fontAlgn="base"/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4165349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  <p:hf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366607"/>
            <a:ext cx="10972800" cy="1524000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2133600"/>
            <a:ext cx="10972800" cy="6035040"/>
          </a:xfrm>
          <a:prstGeom prst="rect">
            <a:avLst/>
          </a:prstGeom>
        </p:spPr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9"/>
          </a:xfrm>
          <a:prstGeom prst="rect">
            <a:avLst/>
          </a:prstGeom>
        </p:spPr>
        <p:txBody>
          <a:bodyPr vert="eaVert"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9"/>
          </a:xfrm>
          <a:prstGeom prst="rect">
            <a:avLst/>
          </a:prstGeom>
        </p:spPr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  <p:hf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501"/>
            <a:ext cx="9144000" cy="2387895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483"/>
            <a:ext cx="9144000" cy="16559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 smtClean="0"/>
              <a:t>单击此处编辑母版副标题样式</a:t>
            </a:r>
            <a:endParaRPr lang="zh-CN" altLang="en-US" strike="noStrike" noProof="1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 dirty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rPr>
            </a:fld>
            <a:endParaRPr lang="zh-CN" altLang="en-US" strike="noStrike" noProof="1" dirty="0">
              <a:sym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989"/>
            <a:ext cx="8229600" cy="1143141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600397"/>
            <a:ext cx="8229600" cy="4526839"/>
          </a:xfrm>
          <a:prstGeom prst="rect">
            <a:avLst/>
          </a:prstGeom>
        </p:spPr>
        <p:txBody>
          <a:bodyPr/>
          <a:lstStyle>
            <a:lvl2pPr>
              <a:defRPr>
                <a:ea typeface="微软雅黑" panose="020B0503020204020204" pitchFamily="34" charset="-122"/>
              </a:defRPr>
            </a:lvl2pPr>
            <a:lvl3pPr>
              <a:defRPr>
                <a:ea typeface="微软雅黑" panose="020B0503020204020204" pitchFamily="34" charset="-122"/>
              </a:defRPr>
            </a:lvl3pPr>
            <a:lvl4pPr>
              <a:defRPr>
                <a:ea typeface="微软雅黑" panose="020B0503020204020204" pitchFamily="34" charset="-122"/>
              </a:defRPr>
            </a:lvl4pPr>
            <a:lvl5pPr>
              <a:defRPr>
                <a:ea typeface="微软雅黑" panose="020B0503020204020204" pitchFamily="34" charset="-122"/>
              </a:defRPr>
            </a:lvl5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 dirty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rPr>
            </a:fld>
            <a:endParaRPr lang="zh-CN" altLang="en-US" strike="noStrike" noProof="1" dirty="0">
              <a:sym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1" y="1709949"/>
            <a:ext cx="10515600" cy="2853089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1" y="4590029"/>
            <a:ext cx="10515600" cy="150037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 dirty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rPr>
            </a:fld>
            <a:endParaRPr lang="zh-CN" altLang="en-US" strike="noStrike" noProof="1" dirty="0">
              <a:sym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989"/>
            <a:ext cx="8229600" cy="1143141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851"/>
            <a:ext cx="5181600" cy="4351875"/>
          </a:xfrm>
          <a:prstGeom prst="rect">
            <a:avLst/>
          </a:prstGeom>
        </p:spPr>
        <p:txBody>
          <a:bodyPr/>
          <a:lstStyle>
            <a:lvl2pPr>
              <a:defRPr>
                <a:ea typeface="微软雅黑" panose="020B0503020204020204" pitchFamily="34" charset="-122"/>
              </a:defRPr>
            </a:lvl2pPr>
            <a:lvl3pPr>
              <a:defRPr>
                <a:ea typeface="微软雅黑" panose="020B0503020204020204" pitchFamily="34" charset="-122"/>
              </a:defRPr>
            </a:lvl3pPr>
            <a:lvl4pPr>
              <a:defRPr>
                <a:ea typeface="微软雅黑" panose="020B0503020204020204" pitchFamily="34" charset="-122"/>
              </a:defRPr>
            </a:lvl4pPr>
            <a:lvl5pPr>
              <a:defRPr>
                <a:ea typeface="微软雅黑" panose="020B0503020204020204" pitchFamily="34" charset="-122"/>
              </a:defRPr>
            </a:lvl5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851"/>
            <a:ext cx="5181600" cy="4351875"/>
          </a:xfrm>
          <a:prstGeom prst="rect">
            <a:avLst/>
          </a:prstGeom>
        </p:spPr>
        <p:txBody>
          <a:bodyPr/>
          <a:lstStyle>
            <a:lvl2pPr>
              <a:defRPr>
                <a:ea typeface="微软雅黑" panose="020B0503020204020204" pitchFamily="34" charset="-122"/>
              </a:defRPr>
            </a:lvl2pPr>
            <a:lvl3pPr>
              <a:defRPr>
                <a:ea typeface="微软雅黑" panose="020B0503020204020204" pitchFamily="34" charset="-122"/>
              </a:defRPr>
            </a:lvl3pPr>
            <a:lvl4pPr>
              <a:defRPr>
                <a:ea typeface="微软雅黑" panose="020B0503020204020204" pitchFamily="34" charset="-122"/>
              </a:defRPr>
            </a:lvl4pPr>
            <a:lvl5pPr>
              <a:defRPr>
                <a:ea typeface="微软雅黑" panose="020B0503020204020204" pitchFamily="34" charset="-122"/>
              </a:defRPr>
            </a:lvl5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 dirty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rPr>
            </a:fld>
            <a:endParaRPr lang="zh-CN" altLang="en-US" strike="noStrike" noProof="1" dirty="0">
              <a:sym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71"/>
            <a:ext cx="10515600" cy="1325727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186775" y="1778657"/>
            <a:ext cx="4873575" cy="824013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1186775" y="2665708"/>
            <a:ext cx="4873575" cy="3524719"/>
          </a:xfrm>
          <a:prstGeom prst="rect">
            <a:avLst/>
          </a:prstGeom>
        </p:spPr>
        <p:txBody>
          <a:bodyPr/>
          <a:lstStyle>
            <a:lvl2pPr>
              <a:defRPr>
                <a:ea typeface="微软雅黑" panose="020B0503020204020204" pitchFamily="34" charset="-122"/>
              </a:defRPr>
            </a:lvl2pPr>
            <a:lvl3pPr>
              <a:defRPr>
                <a:ea typeface="微软雅黑" panose="020B0503020204020204" pitchFamily="34" charset="-122"/>
              </a:defRPr>
            </a:lvl3pPr>
            <a:lvl4pPr>
              <a:defRPr>
                <a:ea typeface="微软雅黑" panose="020B0503020204020204" pitchFamily="34" charset="-122"/>
              </a:defRPr>
            </a:lvl4pPr>
            <a:lvl5pPr>
              <a:defRPr>
                <a:ea typeface="微软雅黑" panose="020B0503020204020204" pitchFamily="34" charset="-122"/>
              </a:defRPr>
            </a:lvl5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256939" y="1778657"/>
            <a:ext cx="4897576" cy="824013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256939" y="2665708"/>
            <a:ext cx="4897576" cy="3524719"/>
          </a:xfrm>
          <a:prstGeom prst="rect">
            <a:avLst/>
          </a:prstGeom>
        </p:spPr>
        <p:txBody>
          <a:bodyPr/>
          <a:lstStyle>
            <a:lvl2pPr>
              <a:defRPr>
                <a:ea typeface="微软雅黑" panose="020B0503020204020204" pitchFamily="34" charset="-122"/>
              </a:defRPr>
            </a:lvl2pPr>
            <a:lvl3pPr>
              <a:defRPr>
                <a:ea typeface="微软雅黑" panose="020B0503020204020204" pitchFamily="34" charset="-122"/>
              </a:defRPr>
            </a:lvl3pPr>
            <a:lvl4pPr>
              <a:defRPr>
                <a:ea typeface="微软雅黑" panose="020B0503020204020204" pitchFamily="34" charset="-122"/>
              </a:defRPr>
            </a:lvl4pPr>
            <a:lvl5pPr>
              <a:defRPr>
                <a:ea typeface="微软雅黑" panose="020B0503020204020204" pitchFamily="34" charset="-122"/>
              </a:defRPr>
            </a:lvl5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 dirty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rPr>
            </a:fld>
            <a:endParaRPr lang="zh-CN" altLang="en-US" strike="noStrike" noProof="1" dirty="0">
              <a:sym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989"/>
            <a:ext cx="8229600" cy="1143141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 dirty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rPr>
            </a:fld>
            <a:endParaRPr lang="zh-CN" altLang="en-US" strike="noStrike" noProof="1" dirty="0">
              <a:sym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 dirty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rPr>
            </a:fld>
            <a:endParaRPr lang="zh-CN" altLang="en-US" strike="noStrike" noProof="1" dirty="0">
              <a:sym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56"/>
            <a:ext cx="3932237" cy="1600397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547"/>
            <a:ext cx="6172200" cy="4874227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>
                <a:ea typeface="微软雅黑" panose="020B0503020204020204" pitchFamily="34" charset="-122"/>
              </a:defRPr>
            </a:lvl2pPr>
            <a:lvl3pPr>
              <a:defRPr sz="2400">
                <a:ea typeface="微软雅黑" panose="020B0503020204020204" pitchFamily="34" charset="-122"/>
              </a:defRPr>
            </a:lvl3pPr>
            <a:lvl4pPr>
              <a:defRPr sz="2000">
                <a:ea typeface="微软雅黑" panose="020B0503020204020204" pitchFamily="34" charset="-122"/>
              </a:defRPr>
            </a:lvl4pPr>
            <a:lvl5pPr>
              <a:defRPr sz="2000">
                <a:ea typeface="微软雅黑" panose="020B0503020204020204" pitchFamily="34" charset="-122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655"/>
            <a:ext cx="3932237" cy="38120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 dirty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rPr>
            </a:fld>
            <a:endParaRPr lang="zh-CN" altLang="en-US" strike="noStrike" noProof="1" dirty="0">
              <a:sym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56"/>
            <a:ext cx="4165349" cy="1600397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457257"/>
            <a:ext cx="6172200" cy="540451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fontAlgn="base"/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655"/>
            <a:ext cx="4165349" cy="38120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 dirty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rPr>
            </a:fld>
            <a:endParaRPr lang="zh-CN" altLang="en-US" strike="noStrike" noProof="1" dirty="0">
              <a:sym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989"/>
            <a:ext cx="8229600" cy="1143141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1600397"/>
            <a:ext cx="8229600" cy="4526839"/>
          </a:xfrm>
          <a:prstGeom prst="rect">
            <a:avLst/>
          </a:prstGeom>
        </p:spPr>
        <p:txBody>
          <a:bodyPr vert="eaVert"/>
          <a:lstStyle>
            <a:lvl2pPr>
              <a:defRPr>
                <a:ea typeface="微软雅黑" panose="020B0503020204020204" pitchFamily="34" charset="-122"/>
              </a:defRPr>
            </a:lvl2pPr>
            <a:lvl3pPr>
              <a:defRPr>
                <a:ea typeface="微软雅黑" panose="020B0503020204020204" pitchFamily="34" charset="-122"/>
              </a:defRPr>
            </a:lvl3pPr>
            <a:lvl4pPr>
              <a:defRPr>
                <a:ea typeface="微软雅黑" panose="020B0503020204020204" pitchFamily="34" charset="-122"/>
              </a:defRPr>
            </a:lvl4pPr>
            <a:lvl5pPr>
              <a:defRPr>
                <a:ea typeface="微软雅黑" panose="020B0503020204020204" pitchFamily="34" charset="-122"/>
              </a:defRPr>
            </a:lvl5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 dirty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rPr>
            </a:fld>
            <a:endParaRPr lang="zh-CN" altLang="en-US" strike="noStrike" noProof="1" dirty="0">
              <a:sym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71"/>
            <a:ext cx="2628900" cy="5812556"/>
          </a:xfrm>
          <a:prstGeom prst="rect">
            <a:avLst/>
          </a:prstGeom>
        </p:spPr>
        <p:txBody>
          <a:bodyPr vert="eaVert"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71"/>
            <a:ext cx="7734300" cy="5812556"/>
          </a:xfrm>
          <a:prstGeom prst="rect">
            <a:avLst/>
          </a:prstGeom>
        </p:spPr>
        <p:txBody>
          <a:bodyPr vert="eaVert"/>
          <a:lstStyle>
            <a:lvl2pPr>
              <a:defRPr>
                <a:ea typeface="微软雅黑" panose="020B0503020204020204" pitchFamily="34" charset="-122"/>
              </a:defRPr>
            </a:lvl2pPr>
            <a:lvl3pPr>
              <a:defRPr>
                <a:ea typeface="微软雅黑" panose="020B0503020204020204" pitchFamily="34" charset="-122"/>
              </a:defRPr>
            </a:lvl3pPr>
            <a:lvl4pPr>
              <a:defRPr>
                <a:ea typeface="微软雅黑" panose="020B0503020204020204" pitchFamily="34" charset="-122"/>
              </a:defRPr>
            </a:lvl4pPr>
            <a:lvl5pPr>
              <a:defRPr>
                <a:ea typeface="微软雅黑" panose="020B0503020204020204" pitchFamily="34" charset="-122"/>
              </a:defRPr>
            </a:lvl5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 dirty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rPr>
            </a:fld>
            <a:endParaRPr lang="zh-CN" altLang="en-US" strike="noStrike" noProof="1" dirty="0">
              <a:sym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44"/>
            <a:ext cx="10515600" cy="1325631"/>
          </a:xfr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676"/>
            <a:ext cx="2743200" cy="365144"/>
          </a:xfrm>
        </p:spPr>
        <p:txBody>
          <a:bodyPr/>
          <a:lstStyle/>
          <a:p>
            <a:pPr fontAlgn="auto"/>
            <a:fld id="{263DB197-84B0-484E-9C0F-88358ECCB797}" type="datetimeFigureOut">
              <a:rPr lang="zh-CN" altLang="en-US" strike="noStrike" noProof="1" smtClean="0">
                <a:latin typeface="+mn-lt"/>
                <a:ea typeface="+mn-ea"/>
                <a:cs typeface="+mn-cs"/>
              </a:rPr>
            </a:fld>
            <a:endParaRPr lang="zh-CN" altLang="en-US" strike="noStrike" noProof="1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676"/>
            <a:ext cx="4114800" cy="365144"/>
          </a:xfrm>
        </p:spPr>
        <p:txBody>
          <a:bodyPr/>
          <a:lstStyle/>
          <a:p>
            <a:pPr fontAlgn="auto"/>
            <a:endParaRPr lang="zh-CN" altLang="en-US" strike="noStrike" noProof="1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676"/>
            <a:ext cx="2743200" cy="365144"/>
          </a:xfrm>
        </p:spPr>
        <p:txBody>
          <a:bodyPr/>
          <a:lstStyle/>
          <a:p>
            <a:pPr fontAlgn="auto"/>
            <a:fld id="{E077DA78-E013-4A8C-AD75-63A150561B10}" type="slidenum">
              <a:rPr lang="zh-CN" altLang="en-US" strike="noStrike" noProof="1" smtClean="0">
                <a:latin typeface="+mn-lt"/>
                <a:ea typeface="+mn-ea"/>
                <a:cs typeface="+mn-cs"/>
              </a:rPr>
            </a:fld>
            <a:endParaRPr lang="zh-CN" altLang="en-US" strike="noStrike" noProof="1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9" name="直接连接符 68"/>
          <p:cNvCxnSpPr/>
          <p:nvPr userDrawn="1"/>
        </p:nvCxnSpPr>
        <p:spPr>
          <a:xfrm>
            <a:off x="10659745" y="324485"/>
            <a:ext cx="0" cy="255270"/>
          </a:xfrm>
          <a:prstGeom prst="line">
            <a:avLst/>
          </a:prstGeom>
          <a:ln w="28575" cmpd="sng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图片 70"/>
          <p:cNvPicPr>
            <a:picLocks noChangeAspect="1"/>
          </p:cNvPicPr>
          <p:nvPr userDrawn="1"/>
        </p:nvPicPr>
        <p:blipFill>
          <a:blip r:embed="rId2"/>
          <a:srcRect l="8089" t="8655"/>
          <a:stretch>
            <a:fillRect/>
          </a:stretch>
        </p:blipFill>
        <p:spPr>
          <a:xfrm>
            <a:off x="10829925" y="239395"/>
            <a:ext cx="1096645" cy="4356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9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 smtClean="0"/>
              <a:t>单击此处编辑母版副标题样式</a:t>
            </a:r>
            <a:endParaRPr lang="zh-CN" altLang="en-US" strike="noStrike" noProof="1"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1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719667"/>
            <a:ext cx="5376672" cy="4527551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205728" y="719667"/>
            <a:ext cx="5376672" cy="4527551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186775" y="1778439"/>
            <a:ext cx="4873575" cy="823912"/>
          </a:xfr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1186775" y="2665379"/>
            <a:ext cx="4873575" cy="3524284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256939" y="1778439"/>
            <a:ext cx="4897576" cy="823912"/>
          </a:xfr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256939" y="2665379"/>
            <a:ext cx="4897576" cy="3524284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4165349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fontAlgn="base"/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4165349" cy="3811588"/>
          </a:xfr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39200" y="88900"/>
            <a:ext cx="2743200" cy="5158317"/>
          </a:xfrm>
        </p:spPr>
        <p:txBody>
          <a:bodyPr vert="eaVert"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88900"/>
            <a:ext cx="8070573" cy="5158317"/>
          </a:xfrm>
        </p:spPr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9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 smtClean="0"/>
              <a:t>单击此处编辑母版副标题样式</a:t>
            </a:r>
            <a:endParaRPr lang="zh-CN" altLang="en-US" strike="noStrike" noProof="1"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1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719667"/>
            <a:ext cx="5376672" cy="4527551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205728" y="719667"/>
            <a:ext cx="5376672" cy="4527551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186775" y="1778439"/>
            <a:ext cx="4873575" cy="823912"/>
          </a:xfr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1186775" y="2665379"/>
            <a:ext cx="4873575" cy="3524284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256939" y="1778439"/>
            <a:ext cx="4897576" cy="823912"/>
          </a:xfr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256939" y="2665379"/>
            <a:ext cx="4897576" cy="3524284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4165349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fontAlgn="base"/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4165349" cy="3811588"/>
          </a:xfr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39200" y="88900"/>
            <a:ext cx="2743200" cy="5158317"/>
          </a:xfrm>
        </p:spPr>
        <p:txBody>
          <a:bodyPr vert="eaVert"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88900"/>
            <a:ext cx="8070573" cy="5158317"/>
          </a:xfrm>
        </p:spPr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9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 smtClean="0"/>
              <a:t>单击此处编辑母版副标题样式</a:t>
            </a:r>
            <a:endParaRPr lang="zh-CN" altLang="en-US" strike="noStrike" noProof="1"/>
          </a:p>
        </p:txBody>
      </p:sp>
    </p:spTree>
  </p:cSld>
  <p:clrMapOvr>
    <a:masterClrMapping/>
  </p:clrMapOvr>
  <p:hf hdr="0" ftr="0" dt="0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366607"/>
            <a:ext cx="10972800" cy="1524000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9600" y="2133600"/>
            <a:ext cx="10972800" cy="6035040"/>
          </a:xfrm>
          <a:prstGeom prst="rect">
            <a:avLst/>
          </a:prstGeo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</p:spTree>
  </p:cSld>
  <p:clrMapOvr>
    <a:masterClrMapping/>
  </p:clrMapOvr>
  <p:hf hdr="0" ftr="0" dt="0"/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15857" y="473932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</p:spTree>
  </p:cSld>
  <p:clrMapOvr>
    <a:masterClrMapping/>
  </p:clrMapOvr>
  <p:hf hdr="0" ftr="0" dt="0"/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366607"/>
            <a:ext cx="10972800" cy="1524000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  <a:prstGeom prst="rect">
            <a:avLst/>
          </a:prstGeo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  <a:prstGeom prst="rect">
            <a:avLst/>
          </a:prstGeo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</p:spTree>
  </p:cSld>
  <p:clrMapOvr>
    <a:masterClrMapping/>
  </p:clrMapOvr>
  <p:hf hdr="0" ftr="0" dt="0"/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186775" y="1778439"/>
            <a:ext cx="4873575" cy="823912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1186775" y="2665379"/>
            <a:ext cx="4873575" cy="3524284"/>
          </a:xfrm>
          <a:prstGeom prst="rect">
            <a:avLst/>
          </a:prstGeo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256939" y="1778439"/>
            <a:ext cx="4897576" cy="823912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256939" y="2665379"/>
            <a:ext cx="4897576" cy="3524284"/>
          </a:xfrm>
          <a:prstGeom prst="rect">
            <a:avLst/>
          </a:prstGeo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</p:spTree>
  </p:cSld>
  <p:clrMapOvr>
    <a:masterClrMapping/>
  </p:clrMapOvr>
  <p:hf hdr="0" ftr="0" dt="0"/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366607"/>
            <a:ext cx="10972800" cy="1524000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</p:spTree>
  </p:cSld>
  <p:clrMapOvr>
    <a:masterClrMapping/>
  </p:clrMapOvr>
  <p:hf hdr="0" ftr="0" dt="0"/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hf hdr="0" ftr="0" dt="0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</p:spTree>
  </p:cSld>
  <p:clrMapOvr>
    <a:masterClrMapping/>
  </p:clrMapOvr>
  <p:hf hdr="0" ftr="0" dt="0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416534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fontAlgn="base"/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4165349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</p:spTree>
  </p:cSld>
  <p:clrMapOvr>
    <a:masterClrMapping/>
  </p:clrMapOvr>
  <p:hf hdr="0" ftr="0" dt="0"/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366607"/>
            <a:ext cx="10972800" cy="1524000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2133600"/>
            <a:ext cx="10972800" cy="6035040"/>
          </a:xfrm>
          <a:prstGeom prst="rect">
            <a:avLst/>
          </a:prstGeom>
        </p:spPr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</p:spTree>
  </p:cSld>
  <p:clrMapOvr>
    <a:masterClrMapping/>
  </p:clrMapOvr>
  <p:hf hdr="0" ftr="0" dt="0"/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9"/>
          </a:xfrm>
          <a:prstGeom prst="rect">
            <a:avLst/>
          </a:prstGeom>
        </p:spPr>
        <p:txBody>
          <a:bodyPr vert="eaVert"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9"/>
          </a:xfrm>
          <a:prstGeom prst="rect">
            <a:avLst/>
          </a:prstGeom>
        </p:spPr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</p:spTree>
  </p:cSld>
  <p:clrMapOvr>
    <a:masterClrMapping/>
  </p:clrMapOvr>
  <p:hf hdr="0" ftr="0" dt="0"/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17600" y="486833"/>
            <a:ext cx="14020800" cy="1767417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1117600" y="8475133"/>
            <a:ext cx="3657600" cy="486833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5384800" y="8475133"/>
            <a:ext cx="5486400" cy="48683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11480800" y="8475133"/>
            <a:ext cx="3657600" cy="486833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9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 smtClean="0"/>
              <a:t>单击此处编辑母版副标题样式</a:t>
            </a:r>
            <a:endParaRPr lang="zh-CN" altLang="en-US" strike="noStrike" noProof="1"/>
          </a:p>
        </p:txBody>
      </p:sp>
    </p:spTree>
  </p:cSld>
  <p:clrMapOvr>
    <a:masterClrMapping/>
  </p:clrMapOvr>
  <p:hf hdr="0" ftr="0" dt="0"/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366607"/>
            <a:ext cx="10972800" cy="1524000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9600" y="2133600"/>
            <a:ext cx="10972800" cy="6035040"/>
          </a:xfrm>
          <a:prstGeom prst="rect">
            <a:avLst/>
          </a:prstGeo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</p:spTree>
  </p:cSld>
  <p:clrMapOvr>
    <a:masterClrMapping/>
  </p:clrMapOvr>
  <p:hf hdr="0" ftr="0" dt="0"/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1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</p:spTree>
  </p:cSld>
  <p:clrMapOvr>
    <a:masterClrMapping/>
  </p:clrMapOvr>
  <p:hf hdr="0" ftr="0" dt="0"/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366607"/>
            <a:ext cx="10972800" cy="1524000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  <a:prstGeom prst="rect">
            <a:avLst/>
          </a:prstGeo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  <a:prstGeom prst="rect">
            <a:avLst/>
          </a:prstGeo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</p:spTree>
  </p:cSld>
  <p:clrMapOvr>
    <a:masterClrMapping/>
  </p:clrMapOvr>
  <p:hf hdr="0" ftr="0" dt="0"/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186775" y="1778439"/>
            <a:ext cx="4873575" cy="823912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1186775" y="2665379"/>
            <a:ext cx="4873575" cy="3524284"/>
          </a:xfrm>
          <a:prstGeom prst="rect">
            <a:avLst/>
          </a:prstGeo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256939" y="1778439"/>
            <a:ext cx="4897576" cy="823912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256939" y="2665379"/>
            <a:ext cx="4897576" cy="3524284"/>
          </a:xfrm>
          <a:prstGeom prst="rect">
            <a:avLst/>
          </a:prstGeo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</p:spTree>
  </p:cSld>
  <p:clrMapOvr>
    <a:masterClrMapping/>
  </p:clrMapOvr>
  <p:hf hdr="0" ftr="0" dt="0"/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366607"/>
            <a:ext cx="10972800" cy="1524000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</p:spTree>
  </p:cSld>
  <p:clrMapOvr>
    <a:masterClrMapping/>
  </p:clrMapOvr>
  <p:hf hdr="0" ftr="0" dt="0"/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hf hdr="0" ftr="0" dt="0"/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</p:spTree>
  </p:cSld>
  <p:clrMapOvr>
    <a:masterClrMapping/>
  </p:clrMapOvr>
  <p:hf hdr="0" ftr="0" dt="0"/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416534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fontAlgn="base"/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4165349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</p:spTree>
  </p:cSld>
  <p:clrMapOvr>
    <a:masterClrMapping/>
  </p:clrMapOvr>
  <p:hf hdr="0" ftr="0" dt="0"/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366607"/>
            <a:ext cx="10972800" cy="1524000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2133600"/>
            <a:ext cx="10972800" cy="6035040"/>
          </a:xfrm>
          <a:prstGeom prst="rect">
            <a:avLst/>
          </a:prstGeom>
        </p:spPr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</p:spTree>
  </p:cSld>
  <p:clrMapOvr>
    <a:masterClrMapping/>
  </p:clrMapOvr>
  <p:hf hdr="0" ftr="0" dt="0"/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9"/>
          </a:xfrm>
          <a:prstGeom prst="rect">
            <a:avLst/>
          </a:prstGeom>
        </p:spPr>
        <p:txBody>
          <a:bodyPr vert="eaVert"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9"/>
          </a:xfrm>
          <a:prstGeom prst="rect">
            <a:avLst/>
          </a:prstGeom>
        </p:spPr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</p:spTree>
  </p:cSld>
  <p:clrMapOvr>
    <a:masterClrMapping/>
  </p:clrMapOvr>
  <p:hf hdr="0" ftr="0" dt="0"/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44"/>
            <a:ext cx="10515600" cy="1325631"/>
          </a:xfr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676"/>
            <a:ext cx="2743200" cy="365144"/>
          </a:xfrm>
        </p:spPr>
        <p:txBody>
          <a:bodyPr/>
          <a:lstStyle/>
          <a:p>
            <a:pPr fontAlgn="auto"/>
            <a:fld id="{263DB197-84B0-484E-9C0F-88358ECCB797}" type="datetimeFigureOut">
              <a:rPr lang="zh-CN" altLang="en-US" strike="noStrike" noProof="1" smtClean="0">
                <a:latin typeface="+mn-lt"/>
                <a:ea typeface="+mn-ea"/>
                <a:cs typeface="+mn-cs"/>
              </a:rPr>
            </a:fld>
            <a:endParaRPr lang="zh-CN" altLang="en-US" strike="noStrike" noProof="1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676"/>
            <a:ext cx="4114800" cy="365144"/>
          </a:xfrm>
        </p:spPr>
        <p:txBody>
          <a:bodyPr/>
          <a:lstStyle/>
          <a:p>
            <a:pPr fontAlgn="auto"/>
            <a:endParaRPr lang="zh-CN" altLang="en-US" strike="noStrike" noProof="1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676"/>
            <a:ext cx="2743200" cy="365144"/>
          </a:xfrm>
        </p:spPr>
        <p:txBody>
          <a:bodyPr/>
          <a:lstStyle/>
          <a:p>
            <a:pPr fontAlgn="auto"/>
            <a:fld id="{E077DA78-E013-4A8C-AD75-63A150561B10}" type="slidenum">
              <a:rPr lang="zh-CN" altLang="en-US" strike="noStrike" noProof="1" smtClean="0">
                <a:latin typeface="+mn-lt"/>
                <a:ea typeface="+mn-ea"/>
                <a:cs typeface="+mn-cs"/>
              </a:rPr>
            </a:fld>
            <a:endParaRPr lang="zh-CN" altLang="en-US" strike="noStrike" noProof="1"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2" Type="http://schemas.openxmlformats.org/officeDocument/2006/relationships/theme" Target="../theme/theme3.xml"/><Relationship Id="rId11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0.xml"/></Relationships>
</file>

<file path=ppt/slideMasters/_rels/slideMaster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9.xml"/><Relationship Id="rId8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2.xml"/><Relationship Id="rId18" Type="http://schemas.openxmlformats.org/officeDocument/2006/relationships/theme" Target="../theme/theme4.xml"/><Relationship Id="rId17" Type="http://schemas.openxmlformats.org/officeDocument/2006/relationships/image" Target="../media/image3.png"/><Relationship Id="rId16" Type="http://schemas.openxmlformats.org/officeDocument/2006/relationships/image" Target="../media/image2.png"/><Relationship Id="rId15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0.xml"/><Relationship Id="rId1" Type="http://schemas.openxmlformats.org/officeDocument/2006/relationships/slideLayout" Target="../slideLayouts/slideLayout21.xml"/></Relationships>
</file>

<file path=ppt/slideMasters/_rels/slideMaster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44.xml"/><Relationship Id="rId8" Type="http://schemas.openxmlformats.org/officeDocument/2006/relationships/slideLayout" Target="../slideLayouts/slideLayout43.xml"/><Relationship Id="rId7" Type="http://schemas.openxmlformats.org/officeDocument/2006/relationships/slideLayout" Target="../slideLayouts/slideLayout42.xml"/><Relationship Id="rId6" Type="http://schemas.openxmlformats.org/officeDocument/2006/relationships/slideLayout" Target="../slideLayouts/slideLayout41.xml"/><Relationship Id="rId5" Type="http://schemas.openxmlformats.org/officeDocument/2006/relationships/slideLayout" Target="../slideLayouts/slideLayout40.xml"/><Relationship Id="rId4" Type="http://schemas.openxmlformats.org/officeDocument/2006/relationships/slideLayout" Target="../slideLayouts/slideLayout39.xml"/><Relationship Id="rId3" Type="http://schemas.openxmlformats.org/officeDocument/2006/relationships/slideLayout" Target="../slideLayouts/slideLayout38.xml"/><Relationship Id="rId2" Type="http://schemas.openxmlformats.org/officeDocument/2006/relationships/slideLayout" Target="../slideLayouts/slideLayout37.xml"/><Relationship Id="rId12" Type="http://schemas.openxmlformats.org/officeDocument/2006/relationships/theme" Target="../theme/theme5.xml"/><Relationship Id="rId11" Type="http://schemas.openxmlformats.org/officeDocument/2006/relationships/slideLayout" Target="../slideLayouts/slideLayout46.xml"/><Relationship Id="rId10" Type="http://schemas.openxmlformats.org/officeDocument/2006/relationships/slideLayout" Target="../slideLayouts/slideLayout45.xml"/><Relationship Id="rId1" Type="http://schemas.openxmlformats.org/officeDocument/2006/relationships/slideLayout" Target="../slideLayouts/slideLayout36.xml"/></Relationships>
</file>

<file path=ppt/slideMasters/_rels/slideMaster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55.xml"/><Relationship Id="rId8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0.xml"/><Relationship Id="rId3" Type="http://schemas.openxmlformats.org/officeDocument/2006/relationships/slideLayout" Target="../slideLayouts/slideLayout49.xml"/><Relationship Id="rId2" Type="http://schemas.openxmlformats.org/officeDocument/2006/relationships/slideLayout" Target="../slideLayouts/slideLayout48.xml"/><Relationship Id="rId12" Type="http://schemas.openxmlformats.org/officeDocument/2006/relationships/theme" Target="../theme/theme6.xml"/><Relationship Id="rId11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56.xml"/><Relationship Id="rId1" Type="http://schemas.openxmlformats.org/officeDocument/2006/relationships/slideLayout" Target="../slideLayouts/slideLayout47.xml"/></Relationships>
</file>

<file path=ppt/slideMasters/_rels/slideMaster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0.xml"/><Relationship Id="rId2" Type="http://schemas.openxmlformats.org/officeDocument/2006/relationships/slideLayout" Target="../slideLayouts/slideLayout59.xml"/><Relationship Id="rId18" Type="http://schemas.openxmlformats.org/officeDocument/2006/relationships/theme" Target="../theme/theme7.xml"/><Relationship Id="rId17" Type="http://schemas.openxmlformats.org/officeDocument/2006/relationships/image" Target="../media/image8.png"/><Relationship Id="rId16" Type="http://schemas.openxmlformats.org/officeDocument/2006/relationships/image" Target="../media/image7.png"/><Relationship Id="rId15" Type="http://schemas.openxmlformats.org/officeDocument/2006/relationships/image" Target="../media/image6.png"/><Relationship Id="rId14" Type="http://schemas.openxmlformats.org/officeDocument/2006/relationships/image" Target="../media/image5.png"/><Relationship Id="rId13" Type="http://schemas.openxmlformats.org/officeDocument/2006/relationships/image" Target="../media/image4.png"/><Relationship Id="rId12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7.xml"/><Relationship Id="rId1" Type="http://schemas.openxmlformats.org/officeDocument/2006/relationships/slideLayout" Target="../slideLayouts/slideLayout58.xml"/></Relationships>
</file>

<file path=ppt/slideMasters/_rels/slideMaster8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2.xml"/><Relationship Id="rId2" Type="http://schemas.openxmlformats.org/officeDocument/2006/relationships/slideLayout" Target="../slideLayouts/slideLayout71.xml"/><Relationship Id="rId13" Type="http://schemas.openxmlformats.org/officeDocument/2006/relationships/theme" Target="../theme/theme8.xml"/><Relationship Id="rId12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79.xml"/><Relationship Id="rId1" Type="http://schemas.openxmlformats.org/officeDocument/2006/relationships/slideLayout" Target="../slideLayouts/slideLayout7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defTabSz="914400">
              <a:defRPr lang="zh-CN" altLang="en-US" sz="3200" dirty="0"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单击此处编辑母版文本样式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单击此处编辑母版文本样式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单击此处编辑母版文本样式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单击此处编辑母版文本样式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u="none" strike="noStrike" kern="1200" cap="none" spc="2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•"/>
        <a:defRPr sz="1600" b="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•"/>
        <a:tabLst>
          <a:tab pos="1609725" algn="l"/>
        </a:tabLst>
        <a:defRPr sz="16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050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 w="9525">
            <a:noFill/>
          </a:ln>
        </p:spPr>
        <p:txBody>
          <a:bodyPr vert="horz" lIns="91440" tIns="45720" rIns="91440" bIns="45720" anchor="ctr" anchorCtr="0"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2051" name="文本占位符 2"/>
          <p:cNvSpPr>
            <a:spLocks noGrp="1"/>
          </p:cNvSpPr>
          <p:nvPr>
            <p:ph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 w="9525">
            <a:noFill/>
          </a:ln>
        </p:spPr>
        <p:txBody>
          <a:bodyPr vert="horz" lIns="91440" tIns="45720" rIns="91440" bIns="45720" anchor="t" anchorCtr="0"/>
          <a:p>
            <a:pPr lvl="0" indent="-228600"/>
            <a:r>
              <a:rPr lang="zh-CN" altLang="en-US"/>
              <a:t>单击此处编辑母版文本样式</a:t>
            </a:r>
            <a:endParaRPr lang="zh-CN" altLang="en-US"/>
          </a:p>
          <a:p>
            <a:pPr lvl="1" indent="-228600"/>
            <a:r>
              <a:rPr lang="zh-CN" altLang="en-US"/>
              <a:t>二级</a:t>
            </a:r>
            <a:endParaRPr lang="zh-CN" altLang="en-US"/>
          </a:p>
          <a:p>
            <a:pPr lvl="2" indent="-228600"/>
            <a:r>
              <a:rPr lang="zh-CN" altLang="en-US"/>
              <a:t>三级</a:t>
            </a:r>
            <a:endParaRPr lang="zh-CN" altLang="en-US"/>
          </a:p>
          <a:p>
            <a:pPr lvl="3" indent="-228600"/>
            <a:r>
              <a:rPr lang="zh-CN" altLang="en-US"/>
              <a:t>四级</a:t>
            </a:r>
            <a:endParaRPr lang="zh-CN" altLang="en-US"/>
          </a:p>
          <a:p>
            <a:pPr lvl="4" indent="-228600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fontAlgn="auto"/>
            <a:fld id="{E393A047-6B07-424D-8BA0-6852F6A2055F}" type="datetimeFigureOut">
              <a:rPr lang="zh-CN" altLang="en-US" strike="noStrike" noProof="1" smtClean="0">
                <a:latin typeface="+mn-lt"/>
                <a:ea typeface="+mn-ea"/>
                <a:cs typeface="+mn-cs"/>
              </a:rPr>
            </a:fld>
            <a:endParaRPr lang="zh-CN" altLang="en-US" strike="noStrike" noProof="1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fontAlgn="auto"/>
            <a:endParaRPr lang="zh-CN" altLang="en-US" strike="noStrike" noProof="1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fontAlgn="auto"/>
            <a:fld id="{EB9FE9B2-07D2-4E66-BD6B-9C83EDDDE909}" type="slidenum">
              <a:rPr lang="zh-CN" altLang="en-US" strike="noStrike" noProof="1" smtClean="0">
                <a:latin typeface="+mn-lt"/>
                <a:ea typeface="+mn-ea"/>
                <a:cs typeface="+mn-cs"/>
              </a:rPr>
            </a:fld>
            <a:endParaRPr lang="zh-CN" altLang="en-US" strike="noStrike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074" name="MH_Others_1"/>
          <p:cNvSpPr/>
          <p:nvPr/>
        </p:nvSpPr>
        <p:spPr>
          <a:xfrm>
            <a:off x="1547284" y="2563284"/>
            <a:ext cx="1521883" cy="800100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 anchor="ctr" anchorCtr="0">
            <a:spAutoFit/>
          </a:bodyPr>
          <a:p>
            <a:pPr lvl="0" algn="ctr"/>
            <a:r>
              <a:rPr lang="zh-CN" altLang="en-US" sz="5200" dirty="0">
                <a:solidFill>
                  <a:srgbClr val="D74B4B"/>
                </a:solidFill>
                <a:latin typeface="Arial" panose="020B0604020202090204" charset="-116"/>
                <a:ea typeface="微软雅黑" panose="020B0503020204020204" pitchFamily="34" charset="-122"/>
                <a:sym typeface="Arial" panose="020B0604020202090204" charset="-116"/>
              </a:rPr>
              <a:t>目录</a:t>
            </a:r>
            <a:endParaRPr lang="zh-CN" altLang="en-US" sz="5200" dirty="0">
              <a:solidFill>
                <a:srgbClr val="D74B4B"/>
              </a:solidFill>
              <a:latin typeface="Arial" panose="020B0604020202090204" charset="-116"/>
              <a:ea typeface="微软雅黑" panose="020B0503020204020204" pitchFamily="34" charset="-122"/>
              <a:sym typeface="Arial" panose="020B0604020202090204" charset="-116"/>
            </a:endParaRPr>
          </a:p>
        </p:txBody>
      </p:sp>
      <p:sp>
        <p:nvSpPr>
          <p:cNvPr id="3075" name="MH_Others_2"/>
          <p:cNvSpPr/>
          <p:nvPr/>
        </p:nvSpPr>
        <p:spPr>
          <a:xfrm>
            <a:off x="971551" y="3285067"/>
            <a:ext cx="2495549" cy="410210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 anchor="t" anchorCtr="0">
            <a:spAutoFit/>
          </a:bodyPr>
          <a:p>
            <a:pPr lvl="0" algn="ctr"/>
            <a:r>
              <a:rPr lang="en-US" altLang="zh-CN" sz="2665" dirty="0">
                <a:solidFill>
                  <a:srgbClr val="D74B4B"/>
                </a:solidFill>
                <a:latin typeface="Arial" panose="020B0604020202090204" charset="-116"/>
                <a:ea typeface="微软雅黑" panose="020B0503020204020204" pitchFamily="34" charset="-122"/>
                <a:sym typeface="Arial" panose="020B0604020202090204" charset="-116"/>
              </a:rPr>
              <a:t>CONTENTS</a:t>
            </a:r>
            <a:endParaRPr lang="en-US" altLang="zh-CN" sz="2665" dirty="0">
              <a:solidFill>
                <a:srgbClr val="D74B4B"/>
              </a:solidFill>
              <a:latin typeface="Arial" panose="020B0604020202090204" charset="-116"/>
              <a:ea typeface="微软雅黑" panose="020B0503020204020204" pitchFamily="34" charset="-122"/>
              <a:sym typeface="Arial" panose="020B0604020202090204" charset="-116"/>
            </a:endParaRPr>
          </a:p>
        </p:txBody>
      </p:sp>
      <p:sp>
        <p:nvSpPr>
          <p:cNvPr id="3076" name="Freeform 7"/>
          <p:cNvSpPr/>
          <p:nvPr/>
        </p:nvSpPr>
        <p:spPr>
          <a:xfrm>
            <a:off x="0" y="6072717"/>
            <a:ext cx="12202584" cy="802216"/>
          </a:xfrm>
          <a:custGeom>
            <a:avLst/>
            <a:gdLst/>
            <a:ahLst/>
            <a:cxnLst>
              <a:cxn ang="0">
                <a:pos x="2147483647" y="0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0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</a:cxnLst>
            <a:pathLst>
              <a:path w="5734" h="719">
                <a:moveTo>
                  <a:pt x="5734" y="0"/>
                </a:moveTo>
                <a:lnTo>
                  <a:pt x="5734" y="719"/>
                </a:lnTo>
                <a:lnTo>
                  <a:pt x="0" y="719"/>
                </a:lnTo>
                <a:lnTo>
                  <a:pt x="0" y="71"/>
                </a:lnTo>
                <a:lnTo>
                  <a:pt x="230" y="131"/>
                </a:lnTo>
                <a:lnTo>
                  <a:pt x="459" y="185"/>
                </a:lnTo>
                <a:lnTo>
                  <a:pt x="690" y="236"/>
                </a:lnTo>
                <a:lnTo>
                  <a:pt x="921" y="281"/>
                </a:lnTo>
                <a:lnTo>
                  <a:pt x="1154" y="323"/>
                </a:lnTo>
                <a:lnTo>
                  <a:pt x="1389" y="358"/>
                </a:lnTo>
                <a:lnTo>
                  <a:pt x="1627" y="390"/>
                </a:lnTo>
                <a:lnTo>
                  <a:pt x="1865" y="416"/>
                </a:lnTo>
                <a:lnTo>
                  <a:pt x="2105" y="435"/>
                </a:lnTo>
                <a:lnTo>
                  <a:pt x="2348" y="449"/>
                </a:lnTo>
                <a:lnTo>
                  <a:pt x="2593" y="456"/>
                </a:lnTo>
                <a:lnTo>
                  <a:pt x="2842" y="456"/>
                </a:lnTo>
                <a:lnTo>
                  <a:pt x="3094" y="451"/>
                </a:lnTo>
                <a:lnTo>
                  <a:pt x="3348" y="439"/>
                </a:lnTo>
                <a:lnTo>
                  <a:pt x="3605" y="420"/>
                </a:lnTo>
                <a:lnTo>
                  <a:pt x="3868" y="393"/>
                </a:lnTo>
                <a:lnTo>
                  <a:pt x="4132" y="358"/>
                </a:lnTo>
                <a:lnTo>
                  <a:pt x="4402" y="316"/>
                </a:lnTo>
                <a:lnTo>
                  <a:pt x="4675" y="266"/>
                </a:lnTo>
                <a:lnTo>
                  <a:pt x="4953" y="208"/>
                </a:lnTo>
                <a:lnTo>
                  <a:pt x="5235" y="141"/>
                </a:lnTo>
                <a:lnTo>
                  <a:pt x="5349" y="113"/>
                </a:lnTo>
                <a:lnTo>
                  <a:pt x="5456" y="85"/>
                </a:lnTo>
                <a:lnTo>
                  <a:pt x="5556" y="57"/>
                </a:lnTo>
                <a:lnTo>
                  <a:pt x="5648" y="29"/>
                </a:lnTo>
                <a:lnTo>
                  <a:pt x="5734" y="0"/>
                </a:lnTo>
                <a:close/>
              </a:path>
            </a:pathLst>
          </a:custGeom>
          <a:solidFill>
            <a:srgbClr val="C12B2B"/>
          </a:solidFill>
          <a:ln w="9525">
            <a:noFill/>
          </a:ln>
        </p:spPr>
        <p:txBody>
          <a:bodyPr/>
          <a:p>
            <a:endParaRPr lang="zh-CN" altLang="en-US" sz="1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</p:sldLayoutIdLst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  <p:hf sldNum="0" hdr="0" ftr="0" dt="0"/>
  <p:txStyles>
    <p:titleStyle>
      <a:lvl1pPr marL="0" lvl="0" indent="0" algn="ctr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sz="2400" kern="1200">
          <a:latin typeface="+mj-lt"/>
          <a:ea typeface="+mj-ea"/>
          <a:cs typeface="+mj-cs"/>
          <a:sym typeface="Arial" panose="020B0604020202090204" charset="-116"/>
        </a:defRPr>
      </a:lvl1pPr>
    </p:titleStyle>
    <p:bodyStyle>
      <a:lvl1pPr marL="457200" lvl="0" indent="-457200" algn="l" defTabSz="1219200" eaLnBrk="0" fontAlgn="base" latinLnBrk="1" hangingPunct="0">
        <a:lnSpc>
          <a:spcPct val="100000"/>
        </a:lnSpc>
        <a:spcBef>
          <a:spcPts val="130"/>
        </a:spcBef>
        <a:spcAft>
          <a:spcPct val="0"/>
        </a:spcAft>
        <a:buChar char="•"/>
        <a:defRPr sz="4265" b="0" i="0" kern="1200">
          <a:latin typeface="+mn-lt"/>
          <a:ea typeface="+mn-ea"/>
          <a:cs typeface="+mn-cs"/>
          <a:sym typeface="Arial" panose="020B0604020202090204" charset="-116"/>
        </a:defRPr>
      </a:lvl1pPr>
      <a:lvl2pPr marL="457200" lvl="1" indent="-457200" algn="l" defTabSz="1219200" eaLnBrk="0" fontAlgn="base" latinLnBrk="1" hangingPunct="0">
        <a:lnSpc>
          <a:spcPct val="100000"/>
        </a:lnSpc>
        <a:spcBef>
          <a:spcPct val="10968000"/>
        </a:spcBef>
        <a:spcAft>
          <a:spcPct val="0"/>
        </a:spcAft>
        <a:buChar char="•"/>
        <a:defRPr sz="38400" b="0" i="0" kern="1200">
          <a:latin typeface="汉仪萝卜体简" charset="-122"/>
          <a:ea typeface="Arial" panose="020B0604020202090204" charset="-116"/>
          <a:cs typeface="+mn-cs"/>
          <a:sym typeface="Arial" panose="020B0604020202090204" charset="-116"/>
        </a:defRPr>
      </a:lvl2pPr>
      <a:lvl3pPr marL="457200" lvl="2" indent="-457200" algn="l" defTabSz="1219200" eaLnBrk="0" fontAlgn="base" latinLnBrk="1" hangingPunct="0">
        <a:lnSpc>
          <a:spcPct val="100000"/>
        </a:lnSpc>
        <a:spcBef>
          <a:spcPct val="10968000"/>
        </a:spcBef>
        <a:spcAft>
          <a:spcPct val="0"/>
        </a:spcAft>
        <a:buChar char="•"/>
        <a:defRPr sz="38400" b="0" i="0" kern="1200">
          <a:latin typeface="汉仪萝卜体简" charset="-122"/>
          <a:ea typeface="Arial" panose="020B0604020202090204" charset="-116"/>
          <a:cs typeface="+mn-cs"/>
          <a:sym typeface="Arial" panose="020B0604020202090204" charset="-116"/>
        </a:defRPr>
      </a:lvl3pPr>
      <a:lvl4pPr marL="457200" lvl="3" indent="-457200" algn="l" defTabSz="1219200" eaLnBrk="0" fontAlgn="base" latinLnBrk="1" hangingPunct="0">
        <a:lnSpc>
          <a:spcPct val="100000"/>
        </a:lnSpc>
        <a:spcBef>
          <a:spcPct val="10968000"/>
        </a:spcBef>
        <a:spcAft>
          <a:spcPct val="0"/>
        </a:spcAft>
        <a:buSzPct val="100000"/>
        <a:buChar char="•"/>
        <a:defRPr sz="38400" b="0" i="0" kern="1200">
          <a:latin typeface="汉仪萝卜体简" charset="-122"/>
          <a:ea typeface="Arial" panose="020B0604020202090204" charset="-116"/>
          <a:cs typeface="+mn-cs"/>
          <a:sym typeface="Arial" panose="020B0604020202090204" charset="-116"/>
        </a:defRPr>
      </a:lvl4pPr>
      <a:lvl5pPr marL="2438400" lvl="4" indent="304800" algn="l" defTabSz="1219200" eaLnBrk="0" fontAlgn="base" latinLnBrk="1" hangingPunct="0">
        <a:lnSpc>
          <a:spcPct val="100000"/>
        </a:lnSpc>
        <a:spcBef>
          <a:spcPct val="10968000"/>
        </a:spcBef>
        <a:spcAft>
          <a:spcPct val="0"/>
        </a:spcAft>
        <a:buSzPct val="60000"/>
        <a:buFont typeface="Arial" panose="020B0604020202090204" charset="-116"/>
        <a:buChar char="n"/>
        <a:defRPr sz="38400" b="0" i="0" kern="1200">
          <a:latin typeface="汉仪萝卜体简" charset="-122"/>
          <a:ea typeface="Arial" panose="020B0604020202090204" charset="-116"/>
          <a:cs typeface="+mn-cs"/>
          <a:sym typeface="Arial" panose="020B0604020202090204" charset="-116"/>
        </a:defRPr>
      </a:lvl5pPr>
      <a:lvl6pPr marL="3352800" lvl="5" indent="-304800" algn="l" defTabSz="1219200" eaLnBrk="0" fontAlgn="base" latinLnBrk="1" hangingPunct="0">
        <a:lnSpc>
          <a:spcPct val="100000"/>
        </a:lnSpc>
        <a:spcBef>
          <a:spcPct val="10968000"/>
        </a:spcBef>
        <a:spcAft>
          <a:spcPct val="0"/>
        </a:spcAft>
        <a:buSzPct val="60000"/>
        <a:buFont typeface="Arial" panose="020B0604020202090204" charset="-116"/>
        <a:buChar char="n"/>
        <a:defRPr sz="38400" b="0" i="0" kern="1200">
          <a:latin typeface="汉仪萝卜体简" charset="-122"/>
          <a:ea typeface="Arial" panose="020B0604020202090204" charset="-116"/>
          <a:cs typeface="+mn-cs"/>
          <a:sym typeface="Arial" panose="020B0604020202090204" charset="-116"/>
        </a:defRPr>
      </a:lvl6pPr>
      <a:lvl7pPr marL="3962400" lvl="6" indent="-304800" algn="l" defTabSz="1219200" eaLnBrk="0" fontAlgn="base" latinLnBrk="1" hangingPunct="0">
        <a:lnSpc>
          <a:spcPct val="100000"/>
        </a:lnSpc>
        <a:spcBef>
          <a:spcPct val="10968000"/>
        </a:spcBef>
        <a:spcAft>
          <a:spcPct val="0"/>
        </a:spcAft>
        <a:buSzPct val="60000"/>
        <a:buFont typeface="Arial" panose="020B0604020202090204" charset="-116"/>
        <a:buChar char="n"/>
        <a:defRPr sz="38400" b="0" i="0" kern="1200">
          <a:latin typeface="汉仪萝卜体简" charset="-122"/>
          <a:ea typeface="Arial" panose="020B0604020202090204" charset="-116"/>
          <a:cs typeface="+mn-cs"/>
          <a:sym typeface="Arial" panose="020B0604020202090204" charset="-116"/>
        </a:defRPr>
      </a:lvl7pPr>
      <a:lvl8pPr marL="4572000" lvl="7" indent="-304800" algn="l" defTabSz="1219200" eaLnBrk="0" fontAlgn="base" latinLnBrk="1" hangingPunct="0">
        <a:lnSpc>
          <a:spcPct val="100000"/>
        </a:lnSpc>
        <a:spcBef>
          <a:spcPct val="10968000"/>
        </a:spcBef>
        <a:spcAft>
          <a:spcPct val="0"/>
        </a:spcAft>
        <a:buSzPct val="60000"/>
        <a:buFont typeface="Arial" panose="020B0604020202090204" charset="-116"/>
        <a:buChar char="n"/>
        <a:defRPr sz="38400" b="0" i="0" kern="1200">
          <a:latin typeface="汉仪萝卜体简" charset="-122"/>
          <a:ea typeface="Arial" panose="020B0604020202090204" charset="-116"/>
          <a:cs typeface="+mn-cs"/>
          <a:sym typeface="Arial" panose="020B0604020202090204" charset="-116"/>
        </a:defRPr>
      </a:lvl8pPr>
      <a:lvl9pPr marL="5181600" lvl="8" indent="-304800" algn="l" defTabSz="1219200" eaLnBrk="0" fontAlgn="base" latinLnBrk="1" hangingPunct="0">
        <a:lnSpc>
          <a:spcPct val="100000"/>
        </a:lnSpc>
        <a:spcBef>
          <a:spcPct val="10968000"/>
        </a:spcBef>
        <a:spcAft>
          <a:spcPct val="0"/>
        </a:spcAft>
        <a:buSzPct val="60000"/>
        <a:buFont typeface="Arial" panose="020B0604020202090204" charset="-116"/>
        <a:buChar char="n"/>
        <a:defRPr sz="38400" b="0" i="0" kern="1200">
          <a:latin typeface="汉仪萝卜体简" charset="-122"/>
          <a:ea typeface="Arial" panose="020B0604020202090204" charset="-116"/>
          <a:cs typeface="+mn-cs"/>
          <a:sym typeface="Arial" panose="020B0604020202090204" charset="-116"/>
        </a:defRPr>
      </a:lvl9pPr>
    </p:bodyStyle>
    <p:otherStyle>
      <a:lvl1pPr marL="0" lvl="0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609600" lvl="1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2pPr>
      <a:lvl3pPr marL="1219200" lvl="2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3pPr>
      <a:lvl4pPr marL="1828800" lvl="3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4pPr>
      <a:lvl5pPr marL="2438400" lvl="4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5pPr>
      <a:lvl6pPr marL="3048000" lvl="5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6pPr>
      <a:lvl7pPr marL="3657600" lvl="6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7pPr>
      <a:lvl8pPr marL="4267200" lvl="7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8pPr>
      <a:lvl9pPr marL="4876800" lvl="8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098" name="Line 6"/>
          <p:cNvSpPr>
            <a:spLocks noChangeAspect="1"/>
          </p:cNvSpPr>
          <p:nvPr/>
        </p:nvSpPr>
        <p:spPr>
          <a:xfrm>
            <a:off x="611717" y="939800"/>
            <a:ext cx="11063816" cy="0"/>
          </a:xfrm>
          <a:prstGeom prst="line">
            <a:avLst/>
          </a:prstGeom>
          <a:ln w="19050" cap="flat" cmpd="sng">
            <a:solidFill>
              <a:srgbClr val="B40000"/>
            </a:solidFill>
            <a:prstDash val="solid"/>
            <a:bevel/>
            <a:headEnd type="none" w="med" len="med"/>
            <a:tailEnd type="none" w="med" len="med"/>
          </a:ln>
        </p:spPr>
      </p:sp>
      <p:sp>
        <p:nvSpPr>
          <p:cNvPr id="2051" name="Rectangle 7"/>
          <p:cNvSpPr>
            <a:spLocks noChangeAspect="1"/>
          </p:cNvSpPr>
          <p:nvPr/>
        </p:nvSpPr>
        <p:spPr>
          <a:xfrm>
            <a:off x="611717" y="867833"/>
            <a:ext cx="6830484" cy="71967"/>
          </a:xfrm>
          <a:prstGeom prst="rect">
            <a:avLst/>
          </a:prstGeom>
          <a:solidFill>
            <a:srgbClr val="B40000"/>
          </a:solidFill>
          <a:ln w="9525" cap="flat" cmpd="sng">
            <a:solidFill>
              <a:srgbClr val="CC0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wrap="none" lIns="90169" tIns="46989" rIns="90169" bIns="46989" anchor="ctr" anchorCtr="0"/>
          <a:p>
            <a:pPr lvl="0" fontAlgn="base"/>
            <a:endParaRPr lang="zh-CN" altLang="en-US" sz="1800" strike="noStrike" noProof="1" dirty="0">
              <a:solidFill>
                <a:srgbClr val="000000"/>
              </a:solidFill>
              <a:latin typeface="Arial" panose="020B0604020202090204" charset="-116"/>
              <a:ea typeface="微软雅黑" panose="020B0503020204020204" pitchFamily="34" charset="-122"/>
              <a:sym typeface="Arial" panose="020B0604020202090204" charset="-116"/>
            </a:endParaRPr>
          </a:p>
        </p:txBody>
      </p:sp>
      <p:pic>
        <p:nvPicPr>
          <p:cNvPr id="4100" name="Picture 8" descr="工行logo标准（横版）"/>
          <p:cNvPicPr>
            <a:picLocks noChangeAspect="1"/>
          </p:cNvPicPr>
          <p:nvPr/>
        </p:nvPicPr>
        <p:blipFill>
          <a:blip r:embed="rId16"/>
          <a:srcRect b="-6763"/>
          <a:stretch>
            <a:fillRect/>
          </a:stretch>
        </p:blipFill>
        <p:spPr>
          <a:xfrm>
            <a:off x="10454217" y="431800"/>
            <a:ext cx="1316567" cy="582084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3" name="等腰三角形 2052"/>
          <p:cNvSpPr/>
          <p:nvPr/>
        </p:nvSpPr>
        <p:spPr>
          <a:xfrm rot="5400000">
            <a:off x="-157692" y="269875"/>
            <a:ext cx="833967" cy="514351"/>
          </a:xfrm>
          <a:prstGeom prst="triangle">
            <a:avLst>
              <a:gd name="adj" fmla="val 50000"/>
            </a:avLst>
          </a:prstGeom>
          <a:solidFill>
            <a:srgbClr val="B40000"/>
          </a:solidFill>
          <a:ln w="9525">
            <a:noFill/>
          </a:ln>
        </p:spPr>
        <p:txBody>
          <a:bodyPr anchor="t" anchorCtr="0"/>
          <a:p>
            <a:pPr lvl="0" fontAlgn="base"/>
            <a:endParaRPr lang="zh-CN" altLang="en-US" sz="1800" strike="noStrike" noProof="1" dirty="0">
              <a:solidFill>
                <a:srgbClr val="000000"/>
              </a:solidFill>
              <a:latin typeface="Arial" panose="020B0604020202090204" charset="-116"/>
              <a:ea typeface="微软雅黑" panose="020B0503020204020204" pitchFamily="34" charset="-122"/>
              <a:sym typeface="Arial" panose="020B0604020202090204" charset="-116"/>
            </a:endParaRPr>
          </a:p>
        </p:txBody>
      </p:sp>
      <p:sp>
        <p:nvSpPr>
          <p:cNvPr id="4102" name="Freeform 9"/>
          <p:cNvSpPr/>
          <p:nvPr/>
        </p:nvSpPr>
        <p:spPr>
          <a:xfrm>
            <a:off x="11567584" y="6242051"/>
            <a:ext cx="632883" cy="632883"/>
          </a:xfrm>
          <a:custGeom>
            <a:avLst/>
            <a:gdLst/>
            <a:ahLst/>
            <a:cxnLst>
              <a:cxn ang="0">
                <a:pos x="2147483647" y="0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0"/>
              </a:cxn>
            </a:cxnLst>
            <a:pathLst>
              <a:path w="1087" h="1100">
                <a:moveTo>
                  <a:pt x="1087" y="0"/>
                </a:moveTo>
                <a:lnTo>
                  <a:pt x="1087" y="1100"/>
                </a:lnTo>
                <a:lnTo>
                  <a:pt x="0" y="1100"/>
                </a:lnTo>
                <a:lnTo>
                  <a:pt x="1087" y="0"/>
                </a:lnTo>
                <a:close/>
              </a:path>
            </a:pathLst>
          </a:custGeom>
          <a:solidFill>
            <a:srgbClr val="D0363D"/>
          </a:solidFill>
          <a:ln w="9525">
            <a:noFill/>
          </a:ln>
        </p:spPr>
        <p:txBody>
          <a:bodyPr/>
          <a:p>
            <a:endParaRPr lang="zh-CN" altLang="en-US" sz="100"/>
          </a:p>
        </p:txBody>
      </p:sp>
      <p:pic>
        <p:nvPicPr>
          <p:cNvPr id="4103" name="页脚占位符 3"/>
          <p:cNvPicPr>
            <a:picLocks noGrp="1"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17" y="6553200"/>
            <a:ext cx="1964267" cy="2667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104" name="灯片编号占位符 1"/>
          <p:cNvSpPr>
            <a:spLocks noGrp="1"/>
          </p:cNvSpPr>
          <p:nvPr>
            <p:ph type="sldNum" sz="quarter"/>
          </p:nvPr>
        </p:nvSpPr>
        <p:spPr>
          <a:xfrm>
            <a:off x="11569700" y="6504517"/>
            <a:ext cx="630767" cy="366184"/>
          </a:xfrm>
          <a:prstGeom prst="rect">
            <a:avLst/>
          </a:prstGeom>
          <a:noFill/>
          <a:ln w="9525">
            <a:noFill/>
          </a:ln>
        </p:spPr>
        <p:txBody>
          <a:bodyPr anchor="t" anchorCtr="0"/>
          <a:lstStyle>
            <a:lvl1pPr algn="r">
              <a:defRPr sz="12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 fontAlgn="base"/>
            <a:fld id="{9A0DB2DC-4C9A-4742-B13C-FB6460FD3503}" type="slidenum">
              <a:rPr lang="zh-CN" altLang="en-US" strike="noStrike" noProof="1" dirty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rPr>
            </a:fld>
            <a:endParaRPr lang="zh-CN" altLang="en-US" strike="noStrike" noProof="1" dirty="0">
              <a:sym typeface="微软雅黑" panose="020B0503020204020204" pitchFamily="34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</p:sldLayoutIdLst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  <p:hf sldNum="0" hdr="0" ftr="0" dt="0"/>
  <p:txStyles>
    <p:titleStyle>
      <a:lvl1pPr marL="0" lvl="0" indent="0" algn="l" defTabSz="91440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buNone/>
        <a:defRPr kern="1200">
          <a:latin typeface="+mj-lt"/>
          <a:ea typeface="+mj-ea"/>
          <a:cs typeface="+mj-cs"/>
        </a:defRPr>
      </a:lvl1pPr>
    </p:titleStyle>
    <p:bodyStyle>
      <a:lvl1pPr marL="228600" lvl="0" indent="-228600" algn="l" defTabSz="914400" eaLnBrk="0" fontAlgn="base" latinLnBrk="1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90204" charset="-116"/>
        <a:buChar char="•"/>
        <a:defRPr sz="3200" b="0" i="0" kern="1200">
          <a:latin typeface="+mn-lt"/>
          <a:ea typeface="+mn-ea"/>
          <a:cs typeface="+mn-cs"/>
        </a:defRPr>
      </a:lvl1pPr>
      <a:lvl2pPr marL="45085" lvl="1" indent="-43815" algn="l" defTabSz="25400" eaLnBrk="0" fontAlgn="base" latinLnBrk="1" hangingPunct="0">
        <a:lnSpc>
          <a:spcPct val="2000"/>
        </a:lnSpc>
        <a:spcBef>
          <a:spcPts val="10"/>
        </a:spcBef>
        <a:spcAft>
          <a:spcPct val="3000"/>
        </a:spcAft>
        <a:buSzTx/>
        <a:buFont typeface="Arial" panose="020B0604020202090204" charset="-116"/>
        <a:buNone/>
        <a:defRPr sz="3200" b="0" i="0" kern="1200">
          <a:solidFill>
            <a:schemeClr val="bg1"/>
          </a:solidFill>
          <a:latin typeface="+mn-lt"/>
          <a:ea typeface="华文行楷" panose="02010800040101010101" pitchFamily="2" charset="-122"/>
          <a:cs typeface="+mn-cs"/>
        </a:defRPr>
      </a:lvl2pPr>
      <a:lvl3pPr marL="45085" lvl="2" indent="-43815" algn="l" defTabSz="25400" eaLnBrk="0" fontAlgn="b" latinLnBrk="1" hangingPunct="0">
        <a:lnSpc>
          <a:spcPct val="2000"/>
        </a:lnSpc>
        <a:spcBef>
          <a:spcPts val="10"/>
        </a:spcBef>
        <a:spcAft>
          <a:spcPct val="3000"/>
        </a:spcAft>
        <a:buSzTx/>
        <a:buFont typeface="Arial" panose="020B0604020202090204" charset="-116"/>
        <a:buChar char="耀"/>
        <a:defRPr sz="3200" b="0" i="0" kern="1200">
          <a:solidFill>
            <a:schemeClr val="bg1"/>
          </a:solidFill>
          <a:latin typeface="Arial" panose="020B0604020202090204" charset="-116"/>
          <a:ea typeface="华文行楷" panose="02010800040101010101" pitchFamily="2" charset="-122"/>
          <a:cs typeface="+mn-cs"/>
        </a:defRPr>
      </a:lvl3pPr>
      <a:lvl4pPr marL="45085" lvl="3" indent="-43815" algn="l" defTabSz="25400" eaLnBrk="0" fontAlgn="b" latinLnBrk="1" hangingPunct="0">
        <a:lnSpc>
          <a:spcPct val="2000"/>
        </a:lnSpc>
        <a:spcBef>
          <a:spcPts val="10"/>
        </a:spcBef>
        <a:spcAft>
          <a:spcPct val="3000"/>
        </a:spcAft>
        <a:buSzTx/>
        <a:buFont typeface="Arial" panose="020B0604020202090204" charset="-116"/>
        <a:buChar char="耀"/>
        <a:defRPr sz="3200" b="0" i="0" kern="1200" baseline="0">
          <a:solidFill>
            <a:schemeClr val="bg1"/>
          </a:solidFill>
          <a:latin typeface="Arial" panose="020B0604020202090204" charset="-116"/>
          <a:ea typeface="华文行楷" panose="02010800040101010101" pitchFamily="2" charset="-122"/>
          <a:cs typeface="+mn-cs"/>
        </a:defRPr>
      </a:lvl4pPr>
      <a:lvl5pPr marL="45085" lvl="4" indent="-43815" algn="l" defTabSz="25400" eaLnBrk="0" fontAlgn="b" latinLnBrk="1" hangingPunct="0">
        <a:lnSpc>
          <a:spcPct val="2000"/>
        </a:lnSpc>
        <a:spcBef>
          <a:spcPts val="10"/>
        </a:spcBef>
        <a:spcAft>
          <a:spcPct val="3000"/>
        </a:spcAft>
        <a:buSzTx/>
        <a:buFont typeface="Arial" panose="020B0604020202090204" charset="-116"/>
        <a:buChar char="耀"/>
        <a:defRPr sz="135" b="0" i="0" kern="1200" baseline="0">
          <a:solidFill>
            <a:schemeClr val="bg1"/>
          </a:solidFill>
          <a:latin typeface="Arial" panose="020B0604020202090204" charset="-116"/>
          <a:ea typeface="华文行楷" panose="02010800040101010101" pitchFamily="2" charset="-122"/>
          <a:cs typeface="+mn-cs"/>
        </a:defRPr>
      </a:lvl5pPr>
      <a:lvl6pPr marL="2514600" lvl="5" indent="-228600" algn="l" defTabSz="25400" eaLnBrk="0" fontAlgn="b" latinLnBrk="1" hangingPunct="0">
        <a:lnSpc>
          <a:spcPct val="2000"/>
        </a:lnSpc>
        <a:spcBef>
          <a:spcPts val="10"/>
        </a:spcBef>
        <a:spcAft>
          <a:spcPct val="3000"/>
        </a:spcAft>
        <a:buSzTx/>
        <a:buFont typeface="Arial" panose="020B0604020202090204" charset="-116"/>
        <a:buChar char="耀"/>
        <a:defRPr sz="135" b="0" i="0" kern="1200" baseline="0">
          <a:solidFill>
            <a:schemeClr val="bg1"/>
          </a:solidFill>
          <a:latin typeface="Arial" panose="020B0604020202090204" charset="-116"/>
          <a:ea typeface="华文行楷" panose="02010800040101010101" pitchFamily="2" charset="-122"/>
          <a:cs typeface="+mn-cs"/>
        </a:defRPr>
      </a:lvl6pPr>
      <a:lvl7pPr marL="2971800" lvl="6" indent="-228600" algn="l" defTabSz="25400" eaLnBrk="0" fontAlgn="b" latinLnBrk="1" hangingPunct="0">
        <a:lnSpc>
          <a:spcPct val="2000"/>
        </a:lnSpc>
        <a:spcBef>
          <a:spcPts val="10"/>
        </a:spcBef>
        <a:spcAft>
          <a:spcPct val="3000"/>
        </a:spcAft>
        <a:buSzTx/>
        <a:buFont typeface="Arial" panose="020B0604020202090204" charset="-116"/>
        <a:buChar char="耀"/>
        <a:defRPr sz="135" b="0" i="0" kern="1200" baseline="0">
          <a:solidFill>
            <a:schemeClr val="bg1"/>
          </a:solidFill>
          <a:latin typeface="Arial" panose="020B0604020202090204" charset="-116"/>
          <a:ea typeface="华文行楷" panose="02010800040101010101" pitchFamily="2" charset="-122"/>
          <a:cs typeface="+mn-cs"/>
        </a:defRPr>
      </a:lvl7pPr>
      <a:lvl8pPr marL="3429000" lvl="7" indent="-228600" algn="l" defTabSz="25400" eaLnBrk="0" fontAlgn="b" latinLnBrk="1" hangingPunct="0">
        <a:lnSpc>
          <a:spcPct val="2000"/>
        </a:lnSpc>
        <a:spcBef>
          <a:spcPts val="10"/>
        </a:spcBef>
        <a:spcAft>
          <a:spcPct val="3000"/>
        </a:spcAft>
        <a:buSzTx/>
        <a:buFont typeface="Arial" panose="020B0604020202090204" charset="-116"/>
        <a:buChar char="耀"/>
        <a:defRPr sz="135" b="0" i="0" kern="1200" baseline="0">
          <a:solidFill>
            <a:schemeClr val="bg1"/>
          </a:solidFill>
          <a:latin typeface="Arial" panose="020B0604020202090204" charset="-116"/>
          <a:ea typeface="华文行楷" panose="02010800040101010101" pitchFamily="2" charset="-122"/>
          <a:cs typeface="+mn-cs"/>
        </a:defRPr>
      </a:lvl8pPr>
      <a:lvl9pPr marL="3886200" lvl="8" indent="-228600" algn="l" defTabSz="25400" eaLnBrk="0" fontAlgn="b" latinLnBrk="1" hangingPunct="0">
        <a:lnSpc>
          <a:spcPct val="2000"/>
        </a:lnSpc>
        <a:spcBef>
          <a:spcPts val="10"/>
        </a:spcBef>
        <a:spcAft>
          <a:spcPct val="3000"/>
        </a:spcAft>
        <a:buSzTx/>
        <a:buFont typeface="Arial" panose="020B0604020202090204" charset="-116"/>
        <a:buChar char="耀"/>
        <a:defRPr sz="135" b="0" i="0" kern="1200" baseline="0">
          <a:solidFill>
            <a:schemeClr val="bg1"/>
          </a:solidFill>
          <a:latin typeface="Arial" panose="020B0604020202090204" charset="-116"/>
          <a:ea typeface="华文行楷" panose="02010800040101010101" pitchFamily="2" charset="-122"/>
          <a:cs typeface="+mn-cs"/>
        </a:defRPr>
      </a:lvl9pPr>
    </p:bodyStyle>
    <p:otherStyle>
      <a:lvl1pPr marL="0" lvl="0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lvl="1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1800" kern="1200" baseline="0">
          <a:solidFill>
            <a:schemeClr val="tx1"/>
          </a:solidFill>
          <a:latin typeface="Arial" panose="020B0604020202090204" charset="-116"/>
          <a:ea typeface="黑体" panose="02010609060101010101" charset="-122"/>
          <a:cs typeface="+mn-cs"/>
        </a:defRPr>
      </a:lvl2pPr>
      <a:lvl3pPr marL="914400" lvl="2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1800" kern="1200" baseline="0">
          <a:solidFill>
            <a:schemeClr val="tx1"/>
          </a:solidFill>
          <a:latin typeface="Arial" panose="020B0604020202090204" charset="-116"/>
          <a:ea typeface="黑体" panose="02010609060101010101" charset="-122"/>
          <a:cs typeface="+mn-cs"/>
        </a:defRPr>
      </a:lvl3pPr>
      <a:lvl4pPr marL="1371600" lvl="3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1800" kern="1200" baseline="0">
          <a:solidFill>
            <a:schemeClr val="tx1"/>
          </a:solidFill>
          <a:latin typeface="Arial" panose="020B0604020202090204" charset="-116"/>
          <a:ea typeface="黑体" panose="02010609060101010101" charset="-122"/>
          <a:cs typeface="+mn-cs"/>
        </a:defRPr>
      </a:lvl4pPr>
      <a:lvl5pPr marL="1828800" lvl="4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1800" kern="1200" baseline="0">
          <a:solidFill>
            <a:schemeClr val="tx1"/>
          </a:solidFill>
          <a:latin typeface="Arial" panose="020B0604020202090204" charset="-116"/>
          <a:ea typeface="黑体" panose="02010609060101010101" charset="-122"/>
          <a:cs typeface="+mn-cs"/>
        </a:defRPr>
      </a:lvl5pPr>
      <a:lvl6pPr marL="2286000" lvl="5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1800" kern="1200" baseline="0">
          <a:solidFill>
            <a:schemeClr val="tx1"/>
          </a:solidFill>
          <a:latin typeface="Arial" panose="020B0604020202090204" charset="-116"/>
          <a:ea typeface="黑体" panose="02010609060101010101" charset="-122"/>
          <a:cs typeface="+mn-cs"/>
        </a:defRPr>
      </a:lvl6pPr>
      <a:lvl7pPr marL="2743200" lvl="6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1800" kern="1200" baseline="0">
          <a:solidFill>
            <a:schemeClr val="tx1"/>
          </a:solidFill>
          <a:latin typeface="Arial" panose="020B0604020202090204" charset="-116"/>
          <a:ea typeface="黑体" panose="02010609060101010101" charset="-122"/>
          <a:cs typeface="+mn-cs"/>
        </a:defRPr>
      </a:lvl7pPr>
      <a:lvl8pPr marL="3200400" lvl="7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1800" kern="1200" baseline="0">
          <a:solidFill>
            <a:schemeClr val="tx1"/>
          </a:solidFill>
          <a:latin typeface="Arial" panose="020B0604020202090204" charset="-116"/>
          <a:ea typeface="黑体" panose="02010609060101010101" charset="-122"/>
          <a:cs typeface="+mn-cs"/>
        </a:defRPr>
      </a:lvl8pPr>
      <a:lvl9pPr marL="3657600" lvl="8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1800" kern="1200" baseline="0">
          <a:solidFill>
            <a:schemeClr val="tx1"/>
          </a:solidFill>
          <a:latin typeface="Arial" panose="020B0604020202090204" charset="-116"/>
          <a:ea typeface="黑体" panose="02010609060101010101" charset="-122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074" name="Freeform 9"/>
          <p:cNvSpPr/>
          <p:nvPr/>
        </p:nvSpPr>
        <p:spPr>
          <a:xfrm>
            <a:off x="11353800" y="6225117"/>
            <a:ext cx="842433" cy="632883"/>
          </a:xfrm>
          <a:custGeom>
            <a:avLst/>
            <a:gdLst/>
            <a:ahLst/>
            <a:cxnLst>
              <a:cxn ang="0">
                <a:pos x="2147483647" y="0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0"/>
              </a:cxn>
            </a:cxnLst>
            <a:pathLst>
              <a:path w="1087" h="1100">
                <a:moveTo>
                  <a:pt x="1087" y="0"/>
                </a:moveTo>
                <a:lnTo>
                  <a:pt x="1087" y="1100"/>
                </a:lnTo>
                <a:lnTo>
                  <a:pt x="0" y="1100"/>
                </a:lnTo>
                <a:lnTo>
                  <a:pt x="1087" y="0"/>
                </a:lnTo>
                <a:close/>
              </a:path>
            </a:pathLst>
          </a:custGeom>
          <a:solidFill>
            <a:srgbClr val="D0363D"/>
          </a:solidFill>
          <a:ln w="9525">
            <a:noFill/>
          </a:ln>
        </p:spPr>
        <p:txBody>
          <a:bodyPr/>
          <a:p>
            <a:endParaRPr lang="zh-CN" altLang="en-US" sz="100"/>
          </a:p>
        </p:txBody>
      </p:sp>
      <p:sp>
        <p:nvSpPr>
          <p:cNvPr id="3075" name="TextBox 4"/>
          <p:cNvSpPr/>
          <p:nvPr/>
        </p:nvSpPr>
        <p:spPr>
          <a:xfrm>
            <a:off x="11707284" y="6506633"/>
            <a:ext cx="314960" cy="378460"/>
          </a:xfrm>
          <a:prstGeom prst="rect">
            <a:avLst/>
          </a:prstGeom>
          <a:noFill/>
          <a:ln w="9525">
            <a:noFill/>
          </a:ln>
        </p:spPr>
        <p:txBody>
          <a:bodyPr wrap="none" anchor="t" anchorCtr="0">
            <a:spAutoFit/>
          </a:bodyPr>
          <a:p>
            <a:pPr lvl="0"/>
            <a:fld id="{9A0DB2DC-4C9A-4742-B13C-FB6460FD3503}" type="slidenum">
              <a:rPr lang="zh-CN" altLang="en-US" sz="1865" dirty="0">
                <a:solidFill>
                  <a:srgbClr val="F8F8F8"/>
                </a:solidFill>
                <a:latin typeface="Arial" panose="020B0604020202090204" charset="-116"/>
                <a:ea typeface="微软雅黑" panose="020B0503020204020204" pitchFamily="34" charset="-122"/>
                <a:sym typeface="Arial" panose="020B0604020202090204" charset="-116"/>
              </a:rPr>
            </a:fld>
            <a:endParaRPr lang="zh-CN" altLang="en-US" sz="1865" dirty="0">
              <a:solidFill>
                <a:srgbClr val="F8F8F8"/>
              </a:solidFill>
              <a:latin typeface="Arial" panose="020B0604020202090204" charset="-116"/>
              <a:ea typeface="微软雅黑" panose="020B0503020204020204" pitchFamily="34" charset="-122"/>
              <a:sym typeface="Arial" panose="020B0604020202090204" charset="-116"/>
            </a:endParaRPr>
          </a:p>
        </p:txBody>
      </p:sp>
      <p:cxnSp>
        <p:nvCxnSpPr>
          <p:cNvPr id="3076" name="AutoShape 4"/>
          <p:cNvCxnSpPr/>
          <p:nvPr/>
        </p:nvCxnSpPr>
        <p:spPr>
          <a:xfrm flipH="1">
            <a:off x="579967" y="622300"/>
            <a:ext cx="11099800" cy="2117"/>
          </a:xfrm>
          <a:prstGeom prst="straightConnector1">
            <a:avLst/>
          </a:prstGeom>
          <a:ln w="9525" cap="flat" cmpd="sng">
            <a:solidFill>
              <a:srgbClr val="4D4948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77" name="Freeform 5"/>
          <p:cNvSpPr>
            <a:spLocks noChangeAspect="1"/>
          </p:cNvSpPr>
          <p:nvPr/>
        </p:nvSpPr>
        <p:spPr>
          <a:xfrm>
            <a:off x="2117" y="120651"/>
            <a:ext cx="459316" cy="39581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0" y="2147483647"/>
              </a:cxn>
              <a:cxn ang="0">
                <a:pos x="0" y="0"/>
              </a:cxn>
              <a:cxn ang="0">
                <a:pos x="2147483647" y="2147483647"/>
              </a:cxn>
              <a:cxn ang="0">
                <a:pos x="2147483647" y="2147483647"/>
              </a:cxn>
            </a:cxnLst>
            <a:pathLst>
              <a:path w="587" h="677">
                <a:moveTo>
                  <a:pt x="587" y="339"/>
                </a:moveTo>
                <a:lnTo>
                  <a:pt x="293" y="508"/>
                </a:lnTo>
                <a:lnTo>
                  <a:pt x="0" y="677"/>
                </a:lnTo>
                <a:lnTo>
                  <a:pt x="0" y="339"/>
                </a:lnTo>
                <a:lnTo>
                  <a:pt x="0" y="0"/>
                </a:lnTo>
                <a:lnTo>
                  <a:pt x="293" y="169"/>
                </a:lnTo>
                <a:lnTo>
                  <a:pt x="587" y="339"/>
                </a:lnTo>
                <a:close/>
              </a:path>
            </a:pathLst>
          </a:custGeom>
          <a:solidFill>
            <a:srgbClr val="D0363D"/>
          </a:solidFill>
          <a:ln w="9525">
            <a:noFill/>
          </a:ln>
        </p:spPr>
        <p:txBody>
          <a:bodyPr/>
          <a:p>
            <a:endParaRPr lang="zh-CN" altLang="en-US" sz="100"/>
          </a:p>
        </p:txBody>
      </p:sp>
      <p:sp>
        <p:nvSpPr>
          <p:cNvPr id="3078" name="Rectangle 2"/>
          <p:cNvSpPr>
            <a:spLocks noGrp="1"/>
          </p:cNvSpPr>
          <p:nvPr>
            <p:ph type="title"/>
          </p:nvPr>
        </p:nvSpPr>
        <p:spPr>
          <a:xfrm>
            <a:off x="609600" y="88900"/>
            <a:ext cx="10972800" cy="469900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079" name="Rectangle 3"/>
          <p:cNvSpPr>
            <a:spLocks noGrp="1"/>
          </p:cNvSpPr>
          <p:nvPr>
            <p:ph type="body"/>
          </p:nvPr>
        </p:nvSpPr>
        <p:spPr>
          <a:xfrm>
            <a:off x="609600" y="719667"/>
            <a:ext cx="10972800" cy="4527551"/>
          </a:xfrm>
          <a:prstGeom prst="rect">
            <a:avLst/>
          </a:prstGeom>
          <a:noFill/>
          <a:ln w="9525">
            <a:noFill/>
          </a:ln>
        </p:spPr>
        <p:txBody>
          <a:bodyPr anchor="t" anchorCtr="0"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</p:sldLayoutIdLst>
  <p:hf sldNum="0" hdr="0" ftr="0" dt="0"/>
  <p:txStyles>
    <p:titleStyle>
      <a:lvl1pPr marL="0" lvl="0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sz="2400" kern="1200">
          <a:latin typeface="+mj-lt"/>
          <a:ea typeface="+mj-ea"/>
          <a:cs typeface="+mj-cs"/>
          <a:sym typeface="Arial" panose="020B0604020202090204" charset="-116"/>
        </a:defRPr>
      </a:lvl1pPr>
    </p:titleStyle>
    <p:bodyStyle>
      <a:lvl1pPr marL="457200" lvl="0" indent="-457200" algn="l" defTabSz="1219200" eaLnBrk="0" fontAlgn="base" latinLnBrk="1" hangingPunct="0">
        <a:lnSpc>
          <a:spcPct val="100000"/>
        </a:lnSpc>
        <a:spcBef>
          <a:spcPts val="130"/>
        </a:spcBef>
        <a:spcAft>
          <a:spcPct val="0"/>
        </a:spcAft>
        <a:buChar char="•"/>
        <a:defRPr sz="4265" b="0" i="0" kern="1200">
          <a:latin typeface="+mn-lt"/>
          <a:ea typeface="+mn-ea"/>
          <a:cs typeface="+mn-cs"/>
          <a:sym typeface="Arial" panose="020B0604020202090204" charset="-116"/>
        </a:defRPr>
      </a:lvl1pPr>
      <a:lvl2pPr marL="457200" lvl="1" indent="-457200" algn="l" defTabSz="1219200" eaLnBrk="0" fontAlgn="base" latinLnBrk="1" hangingPunct="0">
        <a:lnSpc>
          <a:spcPct val="100000"/>
        </a:lnSpc>
        <a:spcBef>
          <a:spcPts val="130"/>
        </a:spcBef>
        <a:spcAft>
          <a:spcPct val="0"/>
        </a:spcAft>
        <a:buNone/>
        <a:defRPr sz="8935" b="0" i="0" kern="1200">
          <a:latin typeface="Arial" panose="020B0604020202090204" charset="-116"/>
          <a:ea typeface="Arial" panose="020B0604020202090204" charset="-116"/>
          <a:cs typeface="+mn-cs"/>
          <a:sym typeface="Arial" panose="020B0604020202090204" charset="-116"/>
        </a:defRPr>
      </a:lvl2pPr>
      <a:lvl3pPr marL="8255" lvl="2" indent="-8255" algn="l" defTabSz="1219200" eaLnBrk="0" fontAlgn="base" latinLnBrk="1" hangingPunct="0">
        <a:lnSpc>
          <a:spcPct val="100000"/>
        </a:lnSpc>
        <a:spcBef>
          <a:spcPts val="130"/>
        </a:spcBef>
        <a:spcAft>
          <a:spcPct val="0"/>
        </a:spcAft>
        <a:buNone/>
        <a:defRPr sz="8935" b="0" i="0" kern="1200">
          <a:latin typeface="Arial" panose="020B0604020202090204" charset="-116"/>
          <a:ea typeface="Arial" panose="020B0604020202090204" charset="-116"/>
          <a:cs typeface="+mn-cs"/>
          <a:sym typeface="Arial" panose="020B0604020202090204" charset="-116"/>
        </a:defRPr>
      </a:lvl3pPr>
      <a:lvl4pPr marL="8255" lvl="3" indent="-8255" algn="l" defTabSz="1219200" eaLnBrk="0" fontAlgn="base" latinLnBrk="1" hangingPunct="0">
        <a:lnSpc>
          <a:spcPct val="100000"/>
        </a:lnSpc>
        <a:spcBef>
          <a:spcPts val="130"/>
        </a:spcBef>
        <a:spcAft>
          <a:spcPct val="0"/>
        </a:spcAft>
        <a:buNone/>
        <a:defRPr sz="8935" b="0" i="0" kern="1200">
          <a:solidFill>
            <a:schemeClr val="bg1"/>
          </a:solidFill>
          <a:latin typeface="Arial" panose="020B0604020202090204" charset="-116"/>
          <a:ea typeface="Gill Sans MT" panose="020B0502020104020203"/>
          <a:cs typeface="+mn-cs"/>
          <a:sym typeface="Arial" panose="020B0604020202090204" charset="-116"/>
        </a:defRPr>
      </a:lvl4pPr>
      <a:lvl5pPr marL="8255" lvl="4" indent="-8255" algn="l" defTabSz="1219200" eaLnBrk="0" fontAlgn="base" latinLnBrk="1" hangingPunct="0">
        <a:lnSpc>
          <a:spcPct val="100000"/>
        </a:lnSpc>
        <a:spcBef>
          <a:spcPts val="130"/>
        </a:spcBef>
        <a:spcAft>
          <a:spcPct val="0"/>
        </a:spcAft>
        <a:buNone/>
        <a:defRPr sz="8935" b="0" i="0" kern="1200">
          <a:solidFill>
            <a:schemeClr val="bg1"/>
          </a:solidFill>
          <a:latin typeface="Arial" panose="020B0604020202090204" charset="-116"/>
          <a:ea typeface="Gill Sans MT" panose="020B0502020104020203"/>
          <a:cs typeface="+mn-cs"/>
          <a:sym typeface="Arial" panose="020B0604020202090204" charset="-116"/>
        </a:defRPr>
      </a:lvl5pPr>
      <a:lvl6pPr marL="3352800" lvl="5" indent="-304800" algn="l" defTabSz="1219200" eaLnBrk="0" fontAlgn="base" latinLnBrk="1" hangingPunct="0">
        <a:lnSpc>
          <a:spcPct val="100000"/>
        </a:lnSpc>
        <a:spcBef>
          <a:spcPts val="130"/>
        </a:spcBef>
        <a:spcAft>
          <a:spcPct val="0"/>
        </a:spcAft>
        <a:buNone/>
        <a:defRPr sz="8935" b="0" i="0" kern="1200">
          <a:solidFill>
            <a:schemeClr val="bg1"/>
          </a:solidFill>
          <a:latin typeface="Arial" panose="020B0604020202090204" charset="-116"/>
          <a:ea typeface="Gill Sans MT" panose="020B0502020104020203"/>
          <a:cs typeface="+mn-cs"/>
          <a:sym typeface="Arial" panose="020B0604020202090204" charset="-116"/>
        </a:defRPr>
      </a:lvl6pPr>
      <a:lvl7pPr marL="3962400" lvl="6" indent="-304800" algn="l" defTabSz="1219200" eaLnBrk="0" fontAlgn="base" latinLnBrk="1" hangingPunct="0">
        <a:lnSpc>
          <a:spcPct val="100000"/>
        </a:lnSpc>
        <a:spcBef>
          <a:spcPts val="130"/>
        </a:spcBef>
        <a:spcAft>
          <a:spcPct val="0"/>
        </a:spcAft>
        <a:buNone/>
        <a:defRPr sz="8935" b="0" i="0" kern="1200">
          <a:solidFill>
            <a:schemeClr val="bg1"/>
          </a:solidFill>
          <a:latin typeface="Arial" panose="020B0604020202090204" charset="-116"/>
          <a:ea typeface="Gill Sans MT" panose="020B0502020104020203"/>
          <a:cs typeface="+mn-cs"/>
          <a:sym typeface="Arial" panose="020B0604020202090204" charset="-116"/>
        </a:defRPr>
      </a:lvl7pPr>
      <a:lvl8pPr marL="4572000" lvl="7" indent="-304800" algn="l" defTabSz="1219200" eaLnBrk="0" fontAlgn="base" latinLnBrk="1" hangingPunct="0">
        <a:lnSpc>
          <a:spcPct val="100000"/>
        </a:lnSpc>
        <a:spcBef>
          <a:spcPts val="130"/>
        </a:spcBef>
        <a:spcAft>
          <a:spcPct val="0"/>
        </a:spcAft>
        <a:buNone/>
        <a:defRPr sz="8935" b="0" i="0" kern="1200">
          <a:solidFill>
            <a:schemeClr val="bg1"/>
          </a:solidFill>
          <a:latin typeface="Arial" panose="020B0604020202090204" charset="-116"/>
          <a:ea typeface="Gill Sans MT" panose="020B0502020104020203"/>
          <a:cs typeface="+mn-cs"/>
          <a:sym typeface="Arial" panose="020B0604020202090204" charset="-116"/>
        </a:defRPr>
      </a:lvl8pPr>
      <a:lvl9pPr marL="5181600" lvl="8" indent="-304800" algn="l" defTabSz="1219200" eaLnBrk="0" fontAlgn="base" latinLnBrk="1" hangingPunct="0">
        <a:lnSpc>
          <a:spcPct val="100000"/>
        </a:lnSpc>
        <a:spcBef>
          <a:spcPts val="130"/>
        </a:spcBef>
        <a:spcAft>
          <a:spcPct val="0"/>
        </a:spcAft>
        <a:buNone/>
        <a:defRPr sz="8935" b="0" i="0" kern="1200">
          <a:solidFill>
            <a:schemeClr val="bg1"/>
          </a:solidFill>
          <a:latin typeface="Arial" panose="020B0604020202090204" charset="-116"/>
          <a:ea typeface="Gill Sans MT" panose="020B0502020104020203"/>
          <a:cs typeface="+mn-cs"/>
          <a:sym typeface="Arial" panose="020B0604020202090204" charset="-116"/>
        </a:defRPr>
      </a:lvl9pPr>
    </p:bodyStyle>
    <p:otherStyle>
      <a:lvl1pPr marL="0" lvl="0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609600" lvl="1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2pPr>
      <a:lvl3pPr marL="1219200" lvl="2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3pPr>
      <a:lvl4pPr marL="1828800" lvl="3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4pPr>
      <a:lvl5pPr marL="2438400" lvl="4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5pPr>
      <a:lvl6pPr marL="3048000" lvl="5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6pPr>
      <a:lvl7pPr marL="3657600" lvl="6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7pPr>
      <a:lvl8pPr marL="4267200" lvl="7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8pPr>
      <a:lvl9pPr marL="4876800" lvl="8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386" name="Freeform 9"/>
          <p:cNvSpPr/>
          <p:nvPr/>
        </p:nvSpPr>
        <p:spPr>
          <a:xfrm>
            <a:off x="11353800" y="6225117"/>
            <a:ext cx="842433" cy="632883"/>
          </a:xfrm>
          <a:custGeom>
            <a:avLst/>
            <a:gdLst/>
            <a:ahLst/>
            <a:cxnLst>
              <a:cxn ang="0">
                <a:pos x="2147483647" y="0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0"/>
              </a:cxn>
            </a:cxnLst>
            <a:pathLst>
              <a:path w="1087" h="1100">
                <a:moveTo>
                  <a:pt x="1087" y="0"/>
                </a:moveTo>
                <a:lnTo>
                  <a:pt x="1087" y="1100"/>
                </a:lnTo>
                <a:lnTo>
                  <a:pt x="0" y="1100"/>
                </a:lnTo>
                <a:lnTo>
                  <a:pt x="1087" y="0"/>
                </a:lnTo>
                <a:close/>
              </a:path>
            </a:pathLst>
          </a:custGeom>
          <a:solidFill>
            <a:srgbClr val="D0363D"/>
          </a:solidFill>
          <a:ln w="9525">
            <a:noFill/>
          </a:ln>
        </p:spPr>
        <p:txBody>
          <a:bodyPr/>
          <a:p>
            <a:endParaRPr lang="zh-CN" altLang="en-US" sz="100"/>
          </a:p>
        </p:txBody>
      </p:sp>
      <p:sp>
        <p:nvSpPr>
          <p:cNvPr id="16387" name="TextBox 4"/>
          <p:cNvSpPr/>
          <p:nvPr/>
        </p:nvSpPr>
        <p:spPr>
          <a:xfrm>
            <a:off x="11707284" y="6506633"/>
            <a:ext cx="314960" cy="378460"/>
          </a:xfrm>
          <a:prstGeom prst="rect">
            <a:avLst/>
          </a:prstGeom>
          <a:noFill/>
          <a:ln w="9525">
            <a:noFill/>
          </a:ln>
        </p:spPr>
        <p:txBody>
          <a:bodyPr wrap="none" anchor="t" anchorCtr="0">
            <a:spAutoFit/>
          </a:bodyPr>
          <a:p>
            <a:pPr lvl="0"/>
            <a:fld id="{9A0DB2DC-4C9A-4742-B13C-FB6460FD3503}" type="slidenum">
              <a:rPr lang="zh-CN" altLang="en-US" sz="1865" dirty="0">
                <a:solidFill>
                  <a:srgbClr val="F8F8F8"/>
                </a:solidFill>
                <a:latin typeface="Arial" panose="020B0604020202090204" charset="-116"/>
                <a:ea typeface="微软雅黑" panose="020B0503020204020204" pitchFamily="34" charset="-122"/>
                <a:sym typeface="Arial" panose="020B0604020202090204" charset="-116"/>
              </a:rPr>
            </a:fld>
            <a:endParaRPr lang="zh-CN" altLang="en-US" sz="1865" dirty="0">
              <a:solidFill>
                <a:srgbClr val="F8F8F8"/>
              </a:solidFill>
              <a:latin typeface="Arial" panose="020B0604020202090204" charset="-116"/>
              <a:ea typeface="微软雅黑" panose="020B0503020204020204" pitchFamily="34" charset="-122"/>
              <a:sym typeface="Arial" panose="020B0604020202090204" charset="-116"/>
            </a:endParaRPr>
          </a:p>
        </p:txBody>
      </p:sp>
      <p:cxnSp>
        <p:nvCxnSpPr>
          <p:cNvPr id="16388" name="AutoShape 4"/>
          <p:cNvCxnSpPr/>
          <p:nvPr/>
        </p:nvCxnSpPr>
        <p:spPr>
          <a:xfrm flipH="1">
            <a:off x="579967" y="622300"/>
            <a:ext cx="11099800" cy="2117"/>
          </a:xfrm>
          <a:prstGeom prst="straightConnector1">
            <a:avLst/>
          </a:prstGeom>
          <a:ln w="9525" cap="flat" cmpd="sng">
            <a:solidFill>
              <a:srgbClr val="4D4948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389" name="Freeform 5"/>
          <p:cNvSpPr>
            <a:spLocks noChangeAspect="1"/>
          </p:cNvSpPr>
          <p:nvPr/>
        </p:nvSpPr>
        <p:spPr>
          <a:xfrm>
            <a:off x="2117" y="120651"/>
            <a:ext cx="459316" cy="39581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0" y="2147483647"/>
              </a:cxn>
              <a:cxn ang="0">
                <a:pos x="0" y="0"/>
              </a:cxn>
              <a:cxn ang="0">
                <a:pos x="2147483647" y="2147483647"/>
              </a:cxn>
              <a:cxn ang="0">
                <a:pos x="2147483647" y="2147483647"/>
              </a:cxn>
            </a:cxnLst>
            <a:pathLst>
              <a:path w="587" h="677">
                <a:moveTo>
                  <a:pt x="587" y="339"/>
                </a:moveTo>
                <a:lnTo>
                  <a:pt x="293" y="508"/>
                </a:lnTo>
                <a:lnTo>
                  <a:pt x="0" y="677"/>
                </a:lnTo>
                <a:lnTo>
                  <a:pt x="0" y="339"/>
                </a:lnTo>
                <a:lnTo>
                  <a:pt x="0" y="0"/>
                </a:lnTo>
                <a:lnTo>
                  <a:pt x="293" y="169"/>
                </a:lnTo>
                <a:lnTo>
                  <a:pt x="587" y="339"/>
                </a:lnTo>
                <a:close/>
              </a:path>
            </a:pathLst>
          </a:custGeom>
          <a:solidFill>
            <a:srgbClr val="D0363D"/>
          </a:solidFill>
          <a:ln w="9525">
            <a:noFill/>
          </a:ln>
        </p:spPr>
        <p:txBody>
          <a:bodyPr/>
          <a:p>
            <a:endParaRPr lang="zh-CN" altLang="en-US" sz="100"/>
          </a:p>
        </p:txBody>
      </p:sp>
      <p:sp>
        <p:nvSpPr>
          <p:cNvPr id="16390" name="Rectangle 2"/>
          <p:cNvSpPr>
            <a:spLocks noGrp="1"/>
          </p:cNvSpPr>
          <p:nvPr>
            <p:ph type="title"/>
          </p:nvPr>
        </p:nvSpPr>
        <p:spPr>
          <a:xfrm>
            <a:off x="609600" y="88900"/>
            <a:ext cx="10972800" cy="469900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6391" name="Rectangle 3"/>
          <p:cNvSpPr>
            <a:spLocks noGrp="1"/>
          </p:cNvSpPr>
          <p:nvPr>
            <p:ph type="body"/>
          </p:nvPr>
        </p:nvSpPr>
        <p:spPr>
          <a:xfrm>
            <a:off x="609600" y="719667"/>
            <a:ext cx="10972800" cy="4527551"/>
          </a:xfrm>
          <a:prstGeom prst="rect">
            <a:avLst/>
          </a:prstGeom>
          <a:noFill/>
          <a:ln w="9525">
            <a:noFill/>
          </a:ln>
        </p:spPr>
        <p:txBody>
          <a:bodyPr anchor="t" anchorCtr="0"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</p:sldLayoutIdLst>
  <p:hf sldNum="0" hdr="0" ftr="0" dt="0"/>
  <p:txStyles>
    <p:titleStyle>
      <a:lvl1pPr marL="0" lvl="0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sz="2400" kern="1200">
          <a:latin typeface="+mj-lt"/>
          <a:ea typeface="+mj-ea"/>
          <a:cs typeface="+mj-cs"/>
          <a:sym typeface="Arial" panose="020B0604020202090204" charset="-116"/>
        </a:defRPr>
      </a:lvl1pPr>
    </p:titleStyle>
    <p:bodyStyle>
      <a:lvl1pPr marL="457200" lvl="0" indent="-457200" algn="l" defTabSz="1219200" eaLnBrk="0" fontAlgn="base" latinLnBrk="1" hangingPunct="0">
        <a:lnSpc>
          <a:spcPct val="100000"/>
        </a:lnSpc>
        <a:spcBef>
          <a:spcPts val="130"/>
        </a:spcBef>
        <a:spcAft>
          <a:spcPct val="0"/>
        </a:spcAft>
        <a:buChar char="•"/>
        <a:defRPr sz="4265" b="0" i="0" kern="1200">
          <a:latin typeface="+mn-lt"/>
          <a:ea typeface="+mn-ea"/>
          <a:cs typeface="+mn-cs"/>
          <a:sym typeface="Arial" panose="020B0604020202090204" charset="-116"/>
        </a:defRPr>
      </a:lvl1pPr>
      <a:lvl2pPr marL="457200" lvl="1" indent="-457200" algn="l" defTabSz="1219200" eaLnBrk="0" fontAlgn="base" latinLnBrk="1" hangingPunct="0">
        <a:lnSpc>
          <a:spcPct val="100000"/>
        </a:lnSpc>
        <a:spcBef>
          <a:spcPts val="130"/>
        </a:spcBef>
        <a:spcAft>
          <a:spcPct val="0"/>
        </a:spcAft>
        <a:buNone/>
        <a:defRPr sz="8935" b="0" i="0" kern="1200">
          <a:latin typeface="Arial" panose="020B0604020202090204" charset="-116"/>
          <a:ea typeface="Arial" panose="020B0604020202090204" charset="-116"/>
          <a:cs typeface="+mn-cs"/>
          <a:sym typeface="Arial" panose="020B0604020202090204" charset="-116"/>
        </a:defRPr>
      </a:lvl2pPr>
      <a:lvl3pPr marL="8255" lvl="2" indent="-8255" algn="l" defTabSz="1219200" eaLnBrk="0" fontAlgn="base" latinLnBrk="1" hangingPunct="0">
        <a:lnSpc>
          <a:spcPct val="100000"/>
        </a:lnSpc>
        <a:spcBef>
          <a:spcPts val="130"/>
        </a:spcBef>
        <a:spcAft>
          <a:spcPct val="0"/>
        </a:spcAft>
        <a:buNone/>
        <a:defRPr sz="8935" b="0" i="0" kern="1200">
          <a:latin typeface="Arial" panose="020B0604020202090204" charset="-116"/>
          <a:ea typeface="Arial" panose="020B0604020202090204" charset="-116"/>
          <a:cs typeface="+mn-cs"/>
          <a:sym typeface="Arial" panose="020B0604020202090204" charset="-116"/>
        </a:defRPr>
      </a:lvl3pPr>
      <a:lvl4pPr marL="8255" lvl="3" indent="-8255" algn="l" defTabSz="1219200" eaLnBrk="0" fontAlgn="base" latinLnBrk="1" hangingPunct="0">
        <a:lnSpc>
          <a:spcPct val="100000"/>
        </a:lnSpc>
        <a:spcBef>
          <a:spcPts val="130"/>
        </a:spcBef>
        <a:spcAft>
          <a:spcPct val="0"/>
        </a:spcAft>
        <a:buNone/>
        <a:defRPr sz="8935" b="0" i="0" kern="1200">
          <a:solidFill>
            <a:schemeClr val="bg1"/>
          </a:solidFill>
          <a:latin typeface="Arial" panose="020B0604020202090204" charset="-116"/>
          <a:ea typeface="Gill Sans MT" panose="020B0502020104020203"/>
          <a:cs typeface="+mn-cs"/>
          <a:sym typeface="Arial" panose="020B0604020202090204" charset="-116"/>
        </a:defRPr>
      </a:lvl4pPr>
      <a:lvl5pPr marL="8255" lvl="4" indent="-8255" algn="l" defTabSz="1219200" eaLnBrk="0" fontAlgn="base" latinLnBrk="1" hangingPunct="0">
        <a:lnSpc>
          <a:spcPct val="100000"/>
        </a:lnSpc>
        <a:spcBef>
          <a:spcPts val="130"/>
        </a:spcBef>
        <a:spcAft>
          <a:spcPct val="0"/>
        </a:spcAft>
        <a:buNone/>
        <a:defRPr sz="8935" b="0" i="0" kern="1200">
          <a:solidFill>
            <a:schemeClr val="bg1"/>
          </a:solidFill>
          <a:latin typeface="Arial" panose="020B0604020202090204" charset="-116"/>
          <a:ea typeface="Gill Sans MT" panose="020B0502020104020203"/>
          <a:cs typeface="+mn-cs"/>
          <a:sym typeface="Arial" panose="020B0604020202090204" charset="-116"/>
        </a:defRPr>
      </a:lvl5pPr>
      <a:lvl6pPr marL="3352800" lvl="5" indent="-304800" algn="l" defTabSz="1219200" eaLnBrk="0" fontAlgn="base" latinLnBrk="1" hangingPunct="0">
        <a:lnSpc>
          <a:spcPct val="100000"/>
        </a:lnSpc>
        <a:spcBef>
          <a:spcPts val="130"/>
        </a:spcBef>
        <a:spcAft>
          <a:spcPct val="0"/>
        </a:spcAft>
        <a:buNone/>
        <a:defRPr sz="8935" b="0" i="0" kern="1200">
          <a:solidFill>
            <a:schemeClr val="bg1"/>
          </a:solidFill>
          <a:latin typeface="Arial" panose="020B0604020202090204" charset="-116"/>
          <a:ea typeface="Gill Sans MT" panose="020B0502020104020203"/>
          <a:cs typeface="+mn-cs"/>
          <a:sym typeface="Arial" panose="020B0604020202090204" charset="-116"/>
        </a:defRPr>
      </a:lvl6pPr>
      <a:lvl7pPr marL="3962400" lvl="6" indent="-304800" algn="l" defTabSz="1219200" eaLnBrk="0" fontAlgn="base" latinLnBrk="1" hangingPunct="0">
        <a:lnSpc>
          <a:spcPct val="100000"/>
        </a:lnSpc>
        <a:spcBef>
          <a:spcPts val="130"/>
        </a:spcBef>
        <a:spcAft>
          <a:spcPct val="0"/>
        </a:spcAft>
        <a:buNone/>
        <a:defRPr sz="8935" b="0" i="0" kern="1200">
          <a:solidFill>
            <a:schemeClr val="bg1"/>
          </a:solidFill>
          <a:latin typeface="Arial" panose="020B0604020202090204" charset="-116"/>
          <a:ea typeface="Gill Sans MT" panose="020B0502020104020203"/>
          <a:cs typeface="+mn-cs"/>
          <a:sym typeface="Arial" panose="020B0604020202090204" charset="-116"/>
        </a:defRPr>
      </a:lvl7pPr>
      <a:lvl8pPr marL="4572000" lvl="7" indent="-304800" algn="l" defTabSz="1219200" eaLnBrk="0" fontAlgn="base" latinLnBrk="1" hangingPunct="0">
        <a:lnSpc>
          <a:spcPct val="100000"/>
        </a:lnSpc>
        <a:spcBef>
          <a:spcPts val="130"/>
        </a:spcBef>
        <a:spcAft>
          <a:spcPct val="0"/>
        </a:spcAft>
        <a:buNone/>
        <a:defRPr sz="8935" b="0" i="0" kern="1200">
          <a:solidFill>
            <a:schemeClr val="bg1"/>
          </a:solidFill>
          <a:latin typeface="Arial" panose="020B0604020202090204" charset="-116"/>
          <a:ea typeface="Gill Sans MT" panose="020B0502020104020203"/>
          <a:cs typeface="+mn-cs"/>
          <a:sym typeface="Arial" panose="020B0604020202090204" charset="-116"/>
        </a:defRPr>
      </a:lvl8pPr>
      <a:lvl9pPr marL="5181600" lvl="8" indent="-304800" algn="l" defTabSz="1219200" eaLnBrk="0" fontAlgn="base" latinLnBrk="1" hangingPunct="0">
        <a:lnSpc>
          <a:spcPct val="100000"/>
        </a:lnSpc>
        <a:spcBef>
          <a:spcPts val="130"/>
        </a:spcBef>
        <a:spcAft>
          <a:spcPct val="0"/>
        </a:spcAft>
        <a:buNone/>
        <a:defRPr sz="8935" b="0" i="0" kern="1200">
          <a:solidFill>
            <a:schemeClr val="bg1"/>
          </a:solidFill>
          <a:latin typeface="Arial" panose="020B0604020202090204" charset="-116"/>
          <a:ea typeface="Gill Sans MT" panose="020B0502020104020203"/>
          <a:cs typeface="+mn-cs"/>
          <a:sym typeface="Arial" panose="020B0604020202090204" charset="-116"/>
        </a:defRPr>
      </a:lvl9pPr>
    </p:bodyStyle>
    <p:otherStyle>
      <a:lvl1pPr marL="0" lvl="0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609600" lvl="1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2pPr>
      <a:lvl3pPr marL="1219200" lvl="2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3pPr>
      <a:lvl4pPr marL="1828800" lvl="3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4pPr>
      <a:lvl5pPr marL="2438400" lvl="4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5pPr>
      <a:lvl6pPr marL="3048000" lvl="5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6pPr>
      <a:lvl7pPr marL="3657600" lvl="6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7pPr>
      <a:lvl8pPr marL="4267200" lvl="7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8pPr>
      <a:lvl9pPr marL="4876800" lvl="8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050" name="Picture 2" descr="图形22"/>
          <p:cNvPicPr>
            <a:picLocks noChangeAspect="1"/>
          </p:cNvPicPr>
          <p:nvPr/>
        </p:nvPicPr>
        <p:blipFill>
          <a:blip r:embed="rId13"/>
          <a:srcRect t="46526" b="14673"/>
          <a:stretch>
            <a:fillRect/>
          </a:stretch>
        </p:blipFill>
        <p:spPr>
          <a:xfrm>
            <a:off x="245533" y="4102100"/>
            <a:ext cx="11726333" cy="25527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051" name="Picture 3" descr="图片1"/>
          <p:cNvPicPr>
            <a:picLocks noChangeAspect="1"/>
          </p:cNvPicPr>
          <p:nvPr/>
        </p:nvPicPr>
        <p:blipFill>
          <a:blip r:embed="rId14"/>
          <a:srcRect l="6815" t="13170" r="10306" b="11867"/>
          <a:stretch>
            <a:fillRect/>
          </a:stretch>
        </p:blipFill>
        <p:spPr>
          <a:xfrm>
            <a:off x="241300" y="237067"/>
            <a:ext cx="11726333" cy="4201584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2052" name="Group 4" hidden="1"/>
          <p:cNvGrpSpPr/>
          <p:nvPr/>
        </p:nvGrpSpPr>
        <p:grpSpPr>
          <a:xfrm>
            <a:off x="3204633" y="548217"/>
            <a:ext cx="6292851" cy="4362449"/>
            <a:chOff x="0" y="0"/>
            <a:chExt cx="4718300" cy="4364430"/>
          </a:xfrm>
        </p:grpSpPr>
        <p:pic>
          <p:nvPicPr>
            <p:cNvPr id="2053" name="Picture 2" descr="C:\Users\浩\Desktop\SW-0064.png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0" y="0"/>
              <a:ext cx="4718300" cy="4364430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2054" name="任意多边形 34"/>
            <p:cNvSpPr/>
            <p:nvPr/>
          </p:nvSpPr>
          <p:spPr>
            <a:xfrm>
              <a:off x="1206158" y="3561083"/>
              <a:ext cx="922077" cy="571551"/>
            </a:xfrm>
            <a:custGeom>
              <a:avLst/>
              <a:gdLst/>
              <a:ahLst/>
              <a:cxnLst>
                <a:cxn ang="0">
                  <a:pos x="373845" y="0"/>
                </a:cxn>
                <a:cxn ang="0">
                  <a:pos x="0" y="50051"/>
                </a:cxn>
                <a:cxn ang="0">
                  <a:pos x="524821" y="572061"/>
                </a:cxn>
                <a:cxn ang="0">
                  <a:pos x="927424" y="476712"/>
                </a:cxn>
                <a:cxn ang="0">
                  <a:pos x="373845" y="0"/>
                </a:cxn>
              </a:cxnLst>
              <a:pathLst>
                <a:path w="921544" h="571500">
                  <a:moveTo>
                    <a:pt x="371475" y="0"/>
                  </a:moveTo>
                  <a:lnTo>
                    <a:pt x="0" y="50007"/>
                  </a:lnTo>
                  <a:lnTo>
                    <a:pt x="521494" y="571500"/>
                  </a:lnTo>
                  <a:lnTo>
                    <a:pt x="921544" y="476250"/>
                  </a:lnTo>
                  <a:lnTo>
                    <a:pt x="371475" y="0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txBody>
            <a:bodyPr/>
            <a:p>
              <a:endParaRPr lang="zh-CN" altLang="en-US" sz="2400"/>
            </a:p>
          </p:txBody>
        </p:sp>
        <p:pic>
          <p:nvPicPr>
            <p:cNvPr id="2055" name="组合 35"/>
            <p:cNvPicPr/>
            <p:nvPr/>
          </p:nvPicPr>
          <p:blipFill>
            <a:blip r:embed="rId16"/>
            <a:stretch>
              <a:fillRect/>
            </a:stretch>
          </p:blipFill>
          <p:spPr>
            <a:xfrm>
              <a:off x="1479181" y="3683322"/>
              <a:ext cx="335280" cy="316992"/>
            </a:xfrm>
            <a:prstGeom prst="rect">
              <a:avLst/>
            </a:prstGeom>
            <a:noFill/>
            <a:ln w="9525">
              <a:noFill/>
            </a:ln>
          </p:spPr>
        </p:pic>
      </p:grpSp>
      <p:pic>
        <p:nvPicPr>
          <p:cNvPr id="2056" name="图片 1" descr="图标"/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3829051" y="3841751"/>
            <a:ext cx="4015316" cy="3151716"/>
          </a:xfrm>
          <a:prstGeom prst="rect">
            <a:avLst/>
          </a:prstGeom>
          <a:noFill/>
          <a:ln w="9525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713" r:id="rId2"/>
    <p:sldLayoutId id="2147483714" r:id="rId3"/>
    <p:sldLayoutId id="2147483715" r:id="rId4"/>
    <p:sldLayoutId id="2147483716" r:id="rId5"/>
    <p:sldLayoutId id="2147483717" r:id="rId6"/>
    <p:sldLayoutId id="2147483718" r:id="rId7"/>
    <p:sldLayoutId id="2147483719" r:id="rId8"/>
    <p:sldLayoutId id="2147483720" r:id="rId9"/>
    <p:sldLayoutId id="2147483721" r:id="rId10"/>
    <p:sldLayoutId id="2147483722" r:id="rId11"/>
    <p:sldLayoutId id="2147483723" r:id="rId12"/>
  </p:sldLayoutIdLst>
  <p:hf sldNum="0" hdr="0" ftr="0" dt="0"/>
  <p:txStyles>
    <p:titleStyle>
      <a:lvl1pPr marL="0" lvl="0" indent="0" algn="ctr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sz="2400" kern="1200">
          <a:latin typeface="+mj-lt"/>
          <a:ea typeface="+mj-ea"/>
          <a:cs typeface="+mj-cs"/>
          <a:sym typeface="Arial" panose="020B0604020202090204" charset="-116"/>
        </a:defRPr>
      </a:lvl1pPr>
    </p:titleStyle>
    <p:bodyStyle>
      <a:lvl1pPr marL="457200" lvl="0" indent="-457200" algn="l" defTabSz="1219200" eaLnBrk="0" fontAlgn="base" latinLnBrk="1" hangingPunct="0">
        <a:lnSpc>
          <a:spcPct val="100000"/>
        </a:lnSpc>
        <a:spcBef>
          <a:spcPts val="130"/>
        </a:spcBef>
        <a:spcAft>
          <a:spcPct val="0"/>
        </a:spcAft>
        <a:buChar char="•"/>
        <a:defRPr sz="4265" b="0" i="0" kern="1200">
          <a:latin typeface="+mn-lt"/>
          <a:ea typeface="+mn-ea"/>
          <a:cs typeface="+mn-cs"/>
          <a:sym typeface="Arial" panose="020B0604020202090204" charset="-116"/>
        </a:defRPr>
      </a:lvl1pPr>
      <a:lvl2pPr marL="457200" lvl="1" indent="-457200" algn="l" defTabSz="1219200" eaLnBrk="0" fontAlgn="base" latinLnBrk="1" hangingPunct="0">
        <a:lnSpc>
          <a:spcPct val="100000"/>
        </a:lnSpc>
        <a:spcBef>
          <a:spcPct val="10968000"/>
        </a:spcBef>
        <a:spcAft>
          <a:spcPct val="0"/>
        </a:spcAft>
        <a:buChar char="•"/>
        <a:defRPr sz="38400" b="0" i="0" kern="1200">
          <a:latin typeface="汉仪萝卜体简" charset="-122"/>
          <a:ea typeface="Arial" panose="020B0604020202090204" charset="-116"/>
          <a:cs typeface="+mn-cs"/>
          <a:sym typeface="Arial" panose="020B0604020202090204" charset="-116"/>
        </a:defRPr>
      </a:lvl2pPr>
      <a:lvl3pPr marL="457200" lvl="2" indent="-457200" algn="l" defTabSz="1219200" eaLnBrk="0" fontAlgn="base" latinLnBrk="1" hangingPunct="0">
        <a:lnSpc>
          <a:spcPct val="100000"/>
        </a:lnSpc>
        <a:spcBef>
          <a:spcPct val="10968000"/>
        </a:spcBef>
        <a:spcAft>
          <a:spcPct val="0"/>
        </a:spcAft>
        <a:buChar char="•"/>
        <a:defRPr sz="38400" b="0" i="0" kern="1200">
          <a:latin typeface="汉仪萝卜体简" charset="-122"/>
          <a:ea typeface="Arial" panose="020B0604020202090204" charset="-116"/>
          <a:cs typeface="+mn-cs"/>
          <a:sym typeface="Arial" panose="020B0604020202090204" charset="-116"/>
        </a:defRPr>
      </a:lvl3pPr>
      <a:lvl4pPr marL="457200" lvl="3" indent="-457200" algn="l" defTabSz="1219200" eaLnBrk="0" fontAlgn="base" latinLnBrk="1" hangingPunct="0">
        <a:lnSpc>
          <a:spcPct val="100000"/>
        </a:lnSpc>
        <a:spcBef>
          <a:spcPct val="10968000"/>
        </a:spcBef>
        <a:spcAft>
          <a:spcPct val="0"/>
        </a:spcAft>
        <a:buSzPct val="100000"/>
        <a:buChar char="•"/>
        <a:defRPr sz="38400" b="0" i="0" kern="1200">
          <a:latin typeface="汉仪萝卜体简" charset="-122"/>
          <a:ea typeface="Arial" panose="020B0604020202090204" charset="-116"/>
          <a:cs typeface="+mn-cs"/>
          <a:sym typeface="Arial" panose="020B0604020202090204" charset="-116"/>
        </a:defRPr>
      </a:lvl4pPr>
      <a:lvl5pPr marL="2438400" lvl="4" indent="304800" algn="l" defTabSz="1219200" eaLnBrk="0" fontAlgn="base" latinLnBrk="1" hangingPunct="0">
        <a:lnSpc>
          <a:spcPct val="100000"/>
        </a:lnSpc>
        <a:spcBef>
          <a:spcPct val="10968000"/>
        </a:spcBef>
        <a:spcAft>
          <a:spcPct val="0"/>
        </a:spcAft>
        <a:buSzPct val="60000"/>
        <a:buFont typeface="Arial" panose="020B0604020202090204" charset="-116"/>
        <a:buChar char="n"/>
        <a:defRPr sz="38400" b="0" i="0" kern="1200">
          <a:latin typeface="汉仪萝卜体简" charset="-122"/>
          <a:ea typeface="Arial" panose="020B0604020202090204" charset="-116"/>
          <a:cs typeface="+mn-cs"/>
          <a:sym typeface="Arial" panose="020B0604020202090204" charset="-116"/>
        </a:defRPr>
      </a:lvl5pPr>
      <a:lvl6pPr marL="3352800" lvl="5" indent="-304800" algn="l" defTabSz="1219200" eaLnBrk="0" fontAlgn="base" latinLnBrk="1" hangingPunct="0">
        <a:lnSpc>
          <a:spcPct val="100000"/>
        </a:lnSpc>
        <a:spcBef>
          <a:spcPct val="10968000"/>
        </a:spcBef>
        <a:spcAft>
          <a:spcPct val="0"/>
        </a:spcAft>
        <a:buSzPct val="60000"/>
        <a:buFont typeface="Arial" panose="020B0604020202090204" charset="-116"/>
        <a:buChar char="n"/>
        <a:defRPr sz="38400" b="0" i="0" kern="1200">
          <a:latin typeface="汉仪萝卜体简" charset="-122"/>
          <a:ea typeface="Arial" panose="020B0604020202090204" charset="-116"/>
          <a:cs typeface="+mn-cs"/>
          <a:sym typeface="Arial" panose="020B0604020202090204" charset="-116"/>
        </a:defRPr>
      </a:lvl6pPr>
      <a:lvl7pPr marL="3962400" lvl="6" indent="-304800" algn="l" defTabSz="1219200" eaLnBrk="0" fontAlgn="base" latinLnBrk="1" hangingPunct="0">
        <a:lnSpc>
          <a:spcPct val="100000"/>
        </a:lnSpc>
        <a:spcBef>
          <a:spcPct val="10968000"/>
        </a:spcBef>
        <a:spcAft>
          <a:spcPct val="0"/>
        </a:spcAft>
        <a:buSzPct val="60000"/>
        <a:buFont typeface="Arial" panose="020B0604020202090204" charset="-116"/>
        <a:buChar char="n"/>
        <a:defRPr sz="38400" b="0" i="0" kern="1200">
          <a:latin typeface="汉仪萝卜体简" charset="-122"/>
          <a:ea typeface="Arial" panose="020B0604020202090204" charset="-116"/>
          <a:cs typeface="+mn-cs"/>
          <a:sym typeface="Arial" panose="020B0604020202090204" charset="-116"/>
        </a:defRPr>
      </a:lvl7pPr>
      <a:lvl8pPr marL="4572000" lvl="7" indent="-304800" algn="l" defTabSz="1219200" eaLnBrk="0" fontAlgn="base" latinLnBrk="1" hangingPunct="0">
        <a:lnSpc>
          <a:spcPct val="100000"/>
        </a:lnSpc>
        <a:spcBef>
          <a:spcPct val="10968000"/>
        </a:spcBef>
        <a:spcAft>
          <a:spcPct val="0"/>
        </a:spcAft>
        <a:buSzPct val="60000"/>
        <a:buFont typeface="Arial" panose="020B0604020202090204" charset="-116"/>
        <a:buChar char="n"/>
        <a:defRPr sz="38400" b="0" i="0" kern="1200">
          <a:latin typeface="汉仪萝卜体简" charset="-122"/>
          <a:ea typeface="Arial" panose="020B0604020202090204" charset="-116"/>
          <a:cs typeface="+mn-cs"/>
          <a:sym typeface="Arial" panose="020B0604020202090204" charset="-116"/>
        </a:defRPr>
      </a:lvl8pPr>
      <a:lvl9pPr marL="5181600" lvl="8" indent="-304800" algn="l" defTabSz="1219200" eaLnBrk="0" fontAlgn="base" latinLnBrk="1" hangingPunct="0">
        <a:lnSpc>
          <a:spcPct val="100000"/>
        </a:lnSpc>
        <a:spcBef>
          <a:spcPct val="10968000"/>
        </a:spcBef>
        <a:spcAft>
          <a:spcPct val="0"/>
        </a:spcAft>
        <a:buSzPct val="60000"/>
        <a:buFont typeface="Arial" panose="020B0604020202090204" charset="-116"/>
        <a:buChar char="n"/>
        <a:defRPr sz="38400" b="0" i="0" kern="1200">
          <a:latin typeface="汉仪萝卜体简" charset="-122"/>
          <a:ea typeface="Arial" panose="020B0604020202090204" charset="-116"/>
          <a:cs typeface="+mn-cs"/>
          <a:sym typeface="Arial" panose="020B0604020202090204" charset="-116"/>
        </a:defRPr>
      </a:lvl9pPr>
    </p:bodyStyle>
    <p:otherStyle>
      <a:lvl1pPr marL="0" lvl="0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609600" lvl="1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2pPr>
      <a:lvl3pPr marL="1219200" lvl="2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3pPr>
      <a:lvl4pPr marL="1828800" lvl="3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4pPr>
      <a:lvl5pPr marL="2438400" lvl="4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5pPr>
      <a:lvl6pPr marL="3048000" lvl="5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6pPr>
      <a:lvl7pPr marL="3657600" lvl="6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7pPr>
      <a:lvl8pPr marL="4267200" lvl="7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8pPr>
      <a:lvl9pPr marL="4876800" lvl="8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074" name="MH_Others_1"/>
          <p:cNvSpPr/>
          <p:nvPr/>
        </p:nvSpPr>
        <p:spPr>
          <a:xfrm>
            <a:off x="1547284" y="2563284"/>
            <a:ext cx="1521883" cy="800100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 anchor="ctr" anchorCtr="0">
            <a:spAutoFit/>
          </a:bodyPr>
          <a:p>
            <a:pPr lvl="0" algn="ctr"/>
            <a:r>
              <a:rPr lang="zh-CN" altLang="en-US" sz="5200" dirty="0">
                <a:solidFill>
                  <a:srgbClr val="D74B4B"/>
                </a:solidFill>
                <a:latin typeface="Arial" panose="020B0604020202090204" charset="-116"/>
                <a:ea typeface="微软雅黑" panose="020B0503020204020204" pitchFamily="34" charset="-122"/>
                <a:sym typeface="Arial" panose="020B0604020202090204" charset="-116"/>
              </a:rPr>
              <a:t>目录</a:t>
            </a:r>
            <a:endParaRPr lang="zh-CN" altLang="en-US" sz="5200" dirty="0">
              <a:solidFill>
                <a:srgbClr val="D74B4B"/>
              </a:solidFill>
              <a:latin typeface="Arial" panose="020B0604020202090204" charset="-116"/>
              <a:ea typeface="微软雅黑" panose="020B0503020204020204" pitchFamily="34" charset="-122"/>
              <a:sym typeface="Arial" panose="020B0604020202090204" charset="-116"/>
            </a:endParaRPr>
          </a:p>
        </p:txBody>
      </p:sp>
      <p:sp>
        <p:nvSpPr>
          <p:cNvPr id="3075" name="MH_Others_2"/>
          <p:cNvSpPr/>
          <p:nvPr/>
        </p:nvSpPr>
        <p:spPr>
          <a:xfrm>
            <a:off x="971551" y="3285067"/>
            <a:ext cx="2495549" cy="410210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 anchor="t" anchorCtr="0">
            <a:spAutoFit/>
          </a:bodyPr>
          <a:p>
            <a:pPr lvl="0" algn="ctr"/>
            <a:r>
              <a:rPr lang="en-US" altLang="zh-CN" sz="2665" dirty="0">
                <a:solidFill>
                  <a:srgbClr val="D74B4B"/>
                </a:solidFill>
                <a:latin typeface="Arial" panose="020B0604020202090204" charset="-116"/>
                <a:ea typeface="微软雅黑" panose="020B0503020204020204" pitchFamily="34" charset="-122"/>
                <a:sym typeface="Arial" panose="020B0604020202090204" charset="-116"/>
              </a:rPr>
              <a:t>CONTENTS</a:t>
            </a:r>
            <a:endParaRPr lang="en-US" altLang="zh-CN" sz="2665" dirty="0">
              <a:solidFill>
                <a:srgbClr val="D74B4B"/>
              </a:solidFill>
              <a:latin typeface="Arial" panose="020B0604020202090204" charset="-116"/>
              <a:ea typeface="微软雅黑" panose="020B0503020204020204" pitchFamily="34" charset="-122"/>
              <a:sym typeface="Arial" panose="020B0604020202090204" charset="-116"/>
            </a:endParaRPr>
          </a:p>
        </p:txBody>
      </p:sp>
      <p:sp>
        <p:nvSpPr>
          <p:cNvPr id="3076" name="Freeform 7"/>
          <p:cNvSpPr/>
          <p:nvPr/>
        </p:nvSpPr>
        <p:spPr>
          <a:xfrm>
            <a:off x="0" y="6072717"/>
            <a:ext cx="12202584" cy="802216"/>
          </a:xfrm>
          <a:custGeom>
            <a:avLst/>
            <a:gdLst/>
            <a:ahLst/>
            <a:cxnLst>
              <a:cxn ang="0">
                <a:pos x="2147483647" y="0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0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</a:cxnLst>
            <a:pathLst>
              <a:path w="5734" h="719">
                <a:moveTo>
                  <a:pt x="5734" y="0"/>
                </a:moveTo>
                <a:lnTo>
                  <a:pt x="5734" y="719"/>
                </a:lnTo>
                <a:lnTo>
                  <a:pt x="0" y="719"/>
                </a:lnTo>
                <a:lnTo>
                  <a:pt x="0" y="71"/>
                </a:lnTo>
                <a:lnTo>
                  <a:pt x="230" y="131"/>
                </a:lnTo>
                <a:lnTo>
                  <a:pt x="459" y="185"/>
                </a:lnTo>
                <a:lnTo>
                  <a:pt x="690" y="236"/>
                </a:lnTo>
                <a:lnTo>
                  <a:pt x="921" y="281"/>
                </a:lnTo>
                <a:lnTo>
                  <a:pt x="1154" y="323"/>
                </a:lnTo>
                <a:lnTo>
                  <a:pt x="1389" y="358"/>
                </a:lnTo>
                <a:lnTo>
                  <a:pt x="1627" y="390"/>
                </a:lnTo>
                <a:lnTo>
                  <a:pt x="1865" y="416"/>
                </a:lnTo>
                <a:lnTo>
                  <a:pt x="2105" y="435"/>
                </a:lnTo>
                <a:lnTo>
                  <a:pt x="2348" y="449"/>
                </a:lnTo>
                <a:lnTo>
                  <a:pt x="2593" y="456"/>
                </a:lnTo>
                <a:lnTo>
                  <a:pt x="2842" y="456"/>
                </a:lnTo>
                <a:lnTo>
                  <a:pt x="3094" y="451"/>
                </a:lnTo>
                <a:lnTo>
                  <a:pt x="3348" y="439"/>
                </a:lnTo>
                <a:lnTo>
                  <a:pt x="3605" y="420"/>
                </a:lnTo>
                <a:lnTo>
                  <a:pt x="3868" y="393"/>
                </a:lnTo>
                <a:lnTo>
                  <a:pt x="4132" y="358"/>
                </a:lnTo>
                <a:lnTo>
                  <a:pt x="4402" y="316"/>
                </a:lnTo>
                <a:lnTo>
                  <a:pt x="4675" y="266"/>
                </a:lnTo>
                <a:lnTo>
                  <a:pt x="4953" y="208"/>
                </a:lnTo>
                <a:lnTo>
                  <a:pt x="5235" y="141"/>
                </a:lnTo>
                <a:lnTo>
                  <a:pt x="5349" y="113"/>
                </a:lnTo>
                <a:lnTo>
                  <a:pt x="5456" y="85"/>
                </a:lnTo>
                <a:lnTo>
                  <a:pt x="5556" y="57"/>
                </a:lnTo>
                <a:lnTo>
                  <a:pt x="5648" y="29"/>
                </a:lnTo>
                <a:lnTo>
                  <a:pt x="5734" y="0"/>
                </a:lnTo>
                <a:close/>
              </a:path>
            </a:pathLst>
          </a:custGeom>
          <a:solidFill>
            <a:srgbClr val="C12B2B"/>
          </a:solidFill>
          <a:ln w="9525">
            <a:noFill/>
          </a:ln>
        </p:spPr>
        <p:txBody>
          <a:bodyPr/>
          <a:p>
            <a:endParaRPr lang="zh-CN" altLang="en-US" sz="1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5" r:id="rId1"/>
    <p:sldLayoutId id="2147483726" r:id="rId2"/>
    <p:sldLayoutId id="2147483727" r:id="rId3"/>
    <p:sldLayoutId id="2147483728" r:id="rId4"/>
    <p:sldLayoutId id="2147483729" r:id="rId5"/>
    <p:sldLayoutId id="2147483730" r:id="rId6"/>
    <p:sldLayoutId id="2147483731" r:id="rId7"/>
    <p:sldLayoutId id="2147483732" r:id="rId8"/>
    <p:sldLayoutId id="2147483733" r:id="rId9"/>
    <p:sldLayoutId id="2147483734" r:id="rId10"/>
    <p:sldLayoutId id="2147483735" r:id="rId11"/>
    <p:sldLayoutId id="2147483736" r:id="rId12"/>
  </p:sldLayoutIdLst>
  <p:hf sldNum="0" hdr="0" ftr="0" dt="0"/>
  <p:txStyles>
    <p:titleStyle>
      <a:lvl1pPr marL="0" lvl="0" indent="0" algn="ctr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sz="2400" kern="1200">
          <a:latin typeface="+mj-lt"/>
          <a:ea typeface="+mj-ea"/>
          <a:cs typeface="+mj-cs"/>
          <a:sym typeface="Arial" panose="020B0604020202090204" charset="-116"/>
        </a:defRPr>
      </a:lvl1pPr>
    </p:titleStyle>
    <p:bodyStyle>
      <a:lvl1pPr marL="457200" lvl="0" indent="-457200" algn="l" defTabSz="1219200" eaLnBrk="0" fontAlgn="base" latinLnBrk="1" hangingPunct="0">
        <a:lnSpc>
          <a:spcPct val="100000"/>
        </a:lnSpc>
        <a:spcBef>
          <a:spcPts val="130"/>
        </a:spcBef>
        <a:spcAft>
          <a:spcPct val="0"/>
        </a:spcAft>
        <a:buChar char="•"/>
        <a:defRPr sz="4265" b="0" i="0" kern="1200">
          <a:latin typeface="+mn-lt"/>
          <a:ea typeface="+mn-ea"/>
          <a:cs typeface="+mn-cs"/>
          <a:sym typeface="Arial" panose="020B0604020202090204" charset="-116"/>
        </a:defRPr>
      </a:lvl1pPr>
      <a:lvl2pPr marL="457200" lvl="1" indent="-457200" algn="l" defTabSz="1219200" eaLnBrk="0" fontAlgn="base" latinLnBrk="1" hangingPunct="0">
        <a:lnSpc>
          <a:spcPct val="100000"/>
        </a:lnSpc>
        <a:spcBef>
          <a:spcPct val="10968000"/>
        </a:spcBef>
        <a:spcAft>
          <a:spcPct val="0"/>
        </a:spcAft>
        <a:buChar char="•"/>
        <a:defRPr sz="38400" b="0" i="0" kern="1200">
          <a:latin typeface="汉仪萝卜体简" charset="-122"/>
          <a:ea typeface="Arial" panose="020B0604020202090204" charset="-116"/>
          <a:cs typeface="+mn-cs"/>
          <a:sym typeface="Arial" panose="020B0604020202090204" charset="-116"/>
        </a:defRPr>
      </a:lvl2pPr>
      <a:lvl3pPr marL="457200" lvl="2" indent="-457200" algn="l" defTabSz="1219200" eaLnBrk="0" fontAlgn="base" latinLnBrk="1" hangingPunct="0">
        <a:lnSpc>
          <a:spcPct val="100000"/>
        </a:lnSpc>
        <a:spcBef>
          <a:spcPct val="10968000"/>
        </a:spcBef>
        <a:spcAft>
          <a:spcPct val="0"/>
        </a:spcAft>
        <a:buChar char="•"/>
        <a:defRPr sz="38400" b="0" i="0" kern="1200">
          <a:latin typeface="汉仪萝卜体简" charset="-122"/>
          <a:ea typeface="Arial" panose="020B0604020202090204" charset="-116"/>
          <a:cs typeface="+mn-cs"/>
          <a:sym typeface="Arial" panose="020B0604020202090204" charset="-116"/>
        </a:defRPr>
      </a:lvl3pPr>
      <a:lvl4pPr marL="457200" lvl="3" indent="-457200" algn="l" defTabSz="1219200" eaLnBrk="0" fontAlgn="base" latinLnBrk="1" hangingPunct="0">
        <a:lnSpc>
          <a:spcPct val="100000"/>
        </a:lnSpc>
        <a:spcBef>
          <a:spcPct val="10968000"/>
        </a:spcBef>
        <a:spcAft>
          <a:spcPct val="0"/>
        </a:spcAft>
        <a:buSzPct val="100000"/>
        <a:buChar char="•"/>
        <a:defRPr sz="38400" b="0" i="0" kern="1200">
          <a:latin typeface="汉仪萝卜体简" charset="-122"/>
          <a:ea typeface="Arial" panose="020B0604020202090204" charset="-116"/>
          <a:cs typeface="+mn-cs"/>
          <a:sym typeface="Arial" panose="020B0604020202090204" charset="-116"/>
        </a:defRPr>
      </a:lvl4pPr>
      <a:lvl5pPr marL="2438400" lvl="4" indent="304800" algn="l" defTabSz="1219200" eaLnBrk="0" fontAlgn="base" latinLnBrk="1" hangingPunct="0">
        <a:lnSpc>
          <a:spcPct val="100000"/>
        </a:lnSpc>
        <a:spcBef>
          <a:spcPct val="10968000"/>
        </a:spcBef>
        <a:spcAft>
          <a:spcPct val="0"/>
        </a:spcAft>
        <a:buSzPct val="60000"/>
        <a:buFont typeface="Arial" panose="020B0604020202090204" charset="-116"/>
        <a:buChar char="n"/>
        <a:defRPr sz="38400" b="0" i="0" kern="1200">
          <a:latin typeface="汉仪萝卜体简" charset="-122"/>
          <a:ea typeface="Arial" panose="020B0604020202090204" charset="-116"/>
          <a:cs typeface="+mn-cs"/>
          <a:sym typeface="Arial" panose="020B0604020202090204" charset="-116"/>
        </a:defRPr>
      </a:lvl5pPr>
      <a:lvl6pPr marL="3352800" lvl="5" indent="-304800" algn="l" defTabSz="1219200" eaLnBrk="0" fontAlgn="base" latinLnBrk="1" hangingPunct="0">
        <a:lnSpc>
          <a:spcPct val="100000"/>
        </a:lnSpc>
        <a:spcBef>
          <a:spcPct val="10968000"/>
        </a:spcBef>
        <a:spcAft>
          <a:spcPct val="0"/>
        </a:spcAft>
        <a:buSzPct val="60000"/>
        <a:buFont typeface="Arial" panose="020B0604020202090204" charset="-116"/>
        <a:buChar char="n"/>
        <a:defRPr sz="38400" b="0" i="0" kern="1200">
          <a:latin typeface="汉仪萝卜体简" charset="-122"/>
          <a:ea typeface="Arial" panose="020B0604020202090204" charset="-116"/>
          <a:cs typeface="+mn-cs"/>
          <a:sym typeface="Arial" panose="020B0604020202090204" charset="-116"/>
        </a:defRPr>
      </a:lvl6pPr>
      <a:lvl7pPr marL="3962400" lvl="6" indent="-304800" algn="l" defTabSz="1219200" eaLnBrk="0" fontAlgn="base" latinLnBrk="1" hangingPunct="0">
        <a:lnSpc>
          <a:spcPct val="100000"/>
        </a:lnSpc>
        <a:spcBef>
          <a:spcPct val="10968000"/>
        </a:spcBef>
        <a:spcAft>
          <a:spcPct val="0"/>
        </a:spcAft>
        <a:buSzPct val="60000"/>
        <a:buFont typeface="Arial" panose="020B0604020202090204" charset="-116"/>
        <a:buChar char="n"/>
        <a:defRPr sz="38400" b="0" i="0" kern="1200">
          <a:latin typeface="汉仪萝卜体简" charset="-122"/>
          <a:ea typeface="Arial" panose="020B0604020202090204" charset="-116"/>
          <a:cs typeface="+mn-cs"/>
          <a:sym typeface="Arial" panose="020B0604020202090204" charset="-116"/>
        </a:defRPr>
      </a:lvl7pPr>
      <a:lvl8pPr marL="4572000" lvl="7" indent="-304800" algn="l" defTabSz="1219200" eaLnBrk="0" fontAlgn="base" latinLnBrk="1" hangingPunct="0">
        <a:lnSpc>
          <a:spcPct val="100000"/>
        </a:lnSpc>
        <a:spcBef>
          <a:spcPct val="10968000"/>
        </a:spcBef>
        <a:spcAft>
          <a:spcPct val="0"/>
        </a:spcAft>
        <a:buSzPct val="60000"/>
        <a:buFont typeface="Arial" panose="020B0604020202090204" charset="-116"/>
        <a:buChar char="n"/>
        <a:defRPr sz="38400" b="0" i="0" kern="1200">
          <a:latin typeface="汉仪萝卜体简" charset="-122"/>
          <a:ea typeface="Arial" panose="020B0604020202090204" charset="-116"/>
          <a:cs typeface="+mn-cs"/>
          <a:sym typeface="Arial" panose="020B0604020202090204" charset="-116"/>
        </a:defRPr>
      </a:lvl8pPr>
      <a:lvl9pPr marL="5181600" lvl="8" indent="-304800" algn="l" defTabSz="1219200" eaLnBrk="0" fontAlgn="base" latinLnBrk="1" hangingPunct="0">
        <a:lnSpc>
          <a:spcPct val="100000"/>
        </a:lnSpc>
        <a:spcBef>
          <a:spcPct val="10968000"/>
        </a:spcBef>
        <a:spcAft>
          <a:spcPct val="0"/>
        </a:spcAft>
        <a:buSzPct val="60000"/>
        <a:buFont typeface="Arial" panose="020B0604020202090204" charset="-116"/>
        <a:buChar char="n"/>
        <a:defRPr sz="38400" b="0" i="0" kern="1200">
          <a:latin typeface="汉仪萝卜体简" charset="-122"/>
          <a:ea typeface="Arial" panose="020B0604020202090204" charset="-116"/>
          <a:cs typeface="+mn-cs"/>
          <a:sym typeface="Arial" panose="020B0604020202090204" charset="-116"/>
        </a:defRPr>
      </a:lvl9pPr>
    </p:bodyStyle>
    <p:otherStyle>
      <a:lvl1pPr marL="0" lvl="0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609600" lvl="1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2pPr>
      <a:lvl3pPr marL="1219200" lvl="2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3pPr>
      <a:lvl4pPr marL="1828800" lvl="3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4pPr>
      <a:lvl5pPr marL="2438400" lvl="4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5pPr>
      <a:lvl6pPr marL="3048000" lvl="5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6pPr>
      <a:lvl7pPr marL="3657600" lvl="6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7pPr>
      <a:lvl8pPr marL="4267200" lvl="7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8pPr>
      <a:lvl9pPr marL="4876800" lvl="8" indent="0" algn="l" defTabSz="12192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90204" charset="-116"/>
        <a:buNone/>
        <a:defRPr sz="2400" b="0" i="0" kern="1200" baseline="0">
          <a:solidFill>
            <a:schemeClr val="tx1"/>
          </a:solidFill>
          <a:latin typeface="Arial" panose="020B0604020202090204" charset="-116"/>
          <a:ea typeface="宋体" pitchFamily="2" charset="-122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1.xml"/><Relationship Id="rId4" Type="http://schemas.openxmlformats.org/officeDocument/2006/relationships/tags" Target="../tags/tag1.xml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9.jpeg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21.xml"/><Relationship Id="rId4" Type="http://schemas.openxmlformats.org/officeDocument/2006/relationships/tags" Target="../tags/tag2.xml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12.jpe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21.png"/><Relationship Id="rId8" Type="http://schemas.openxmlformats.org/officeDocument/2006/relationships/image" Target="../media/image20.svg"/><Relationship Id="rId7" Type="http://schemas.openxmlformats.org/officeDocument/2006/relationships/image" Target="../media/image19.png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2" Type="http://schemas.openxmlformats.org/officeDocument/2006/relationships/notesSlide" Target="../notesSlides/notesSlide2.xml"/><Relationship Id="rId11" Type="http://schemas.openxmlformats.org/officeDocument/2006/relationships/slideLayout" Target="../slideLayouts/slideLayout27.xml"/><Relationship Id="rId10" Type="http://schemas.openxmlformats.org/officeDocument/2006/relationships/image" Target="../media/image22.svg"/><Relationship Id="rId1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1.xml"/><Relationship Id="rId4" Type="http://schemas.openxmlformats.org/officeDocument/2006/relationships/tags" Target="../tags/tag3.xml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/>
        </p:nvSpPr>
        <p:spPr>
          <a:xfrm>
            <a:off x="727075" y="3319780"/>
            <a:ext cx="5262880" cy="829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800" b="1" spc="200" dirty="0">
                <a:solidFill>
                  <a:srgbClr val="2A2D35"/>
                </a:solidFill>
              </a:rPr>
              <a:t>智能测试技术专题汇报</a:t>
            </a:r>
            <a:endParaRPr lang="zh-CN" altLang="en-US" sz="4800" b="1" spc="200" dirty="0">
              <a:solidFill>
                <a:srgbClr val="C00000"/>
              </a:solidFill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11443335" y="3428365"/>
            <a:ext cx="748665" cy="342963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/>
          <p:cNvSpPr/>
          <p:nvPr/>
        </p:nvSpPr>
        <p:spPr>
          <a:xfrm>
            <a:off x="11443335" y="-1270"/>
            <a:ext cx="748665" cy="3429635"/>
          </a:xfrm>
          <a:prstGeom prst="rect">
            <a:avLst/>
          </a:prstGeom>
          <a:solidFill>
            <a:srgbClr val="2A2D3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727075" y="5553349"/>
            <a:ext cx="16306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pc="100" dirty="0">
                <a:solidFill>
                  <a:srgbClr val="2A2D35"/>
                </a:solidFill>
              </a:rPr>
              <a:t>软件开发中心</a:t>
            </a:r>
            <a:endParaRPr lang="zh-CN" altLang="en-US" spc="100" dirty="0">
              <a:solidFill>
                <a:srgbClr val="2A2D35"/>
              </a:solidFill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741045" y="4545934"/>
            <a:ext cx="2326005" cy="542290"/>
            <a:chOff x="1252" y="6998"/>
            <a:chExt cx="3663" cy="854"/>
          </a:xfrm>
        </p:grpSpPr>
        <p:sp>
          <p:nvSpPr>
            <p:cNvPr id="12" name="圆角矩形 11"/>
            <p:cNvSpPr/>
            <p:nvPr/>
          </p:nvSpPr>
          <p:spPr>
            <a:xfrm>
              <a:off x="1252" y="6998"/>
              <a:ext cx="3663" cy="854"/>
            </a:xfrm>
            <a:prstGeom prst="roundRect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2040" y="7111"/>
              <a:ext cx="2288" cy="6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0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rPr>
                <a:t>杭州产品部</a:t>
              </a:r>
              <a:endParaRPr lang="en-US" altLang="zh-CN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endParaRPr>
            </a:p>
          </p:txBody>
        </p:sp>
        <p:sp>
          <p:nvSpPr>
            <p:cNvPr id="2" name="菱形 1"/>
            <p:cNvSpPr/>
            <p:nvPr/>
          </p:nvSpPr>
          <p:spPr>
            <a:xfrm>
              <a:off x="1624" y="7317"/>
              <a:ext cx="215" cy="215"/>
            </a:xfrm>
            <a:prstGeom prst="diamond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菱形 2"/>
            <p:cNvSpPr/>
            <p:nvPr/>
          </p:nvSpPr>
          <p:spPr>
            <a:xfrm>
              <a:off x="4373" y="7318"/>
              <a:ext cx="215" cy="215"/>
            </a:xfrm>
            <a:prstGeom prst="diamond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3" name="组合 12"/>
          <p:cNvGrpSpPr/>
          <p:nvPr/>
        </p:nvGrpSpPr>
        <p:grpSpPr>
          <a:xfrm>
            <a:off x="741045" y="2206625"/>
            <a:ext cx="2471420" cy="657225"/>
            <a:chOff x="1167" y="1069"/>
            <a:chExt cx="3892" cy="1035"/>
          </a:xfrm>
        </p:grpSpPr>
        <p:sp>
          <p:nvSpPr>
            <p:cNvPr id="5" name="文本框 4"/>
            <p:cNvSpPr txBox="1"/>
            <p:nvPr/>
          </p:nvSpPr>
          <p:spPr>
            <a:xfrm>
              <a:off x="1167" y="1069"/>
              <a:ext cx="2056" cy="10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3600" b="1" spc="200">
                  <a:solidFill>
                    <a:srgbClr val="2A2D35"/>
                  </a:solidFill>
                  <a:uFillTx/>
                  <a:cs typeface="+mn-lt"/>
                </a:rPr>
                <a:t>2026</a:t>
              </a:r>
              <a:endParaRPr lang="en-US" altLang="zh-CN" sz="3600" b="1" spc="200">
                <a:solidFill>
                  <a:srgbClr val="2A2D35"/>
                </a:solidFill>
                <a:uFillTx/>
                <a:cs typeface="+mn-lt"/>
              </a:endParaRP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3571" y="1088"/>
              <a:ext cx="1488" cy="10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3600" b="1" spc="200">
                  <a:solidFill>
                    <a:srgbClr val="2A2D35"/>
                  </a:solidFill>
                  <a:uFillTx/>
                  <a:cs typeface="+mn-lt"/>
                </a:rPr>
                <a:t>7</a:t>
              </a:r>
              <a:r>
                <a:rPr lang="zh-CN" altLang="en-US" sz="3600" b="1" spc="200">
                  <a:solidFill>
                    <a:srgbClr val="2A2D35"/>
                  </a:solidFill>
                  <a:uFillTx/>
                  <a:cs typeface="+mn-lt"/>
                </a:rPr>
                <a:t>月</a:t>
              </a:r>
              <a:endParaRPr lang="zh-CN" altLang="en-US" sz="3600" b="1" spc="200">
                <a:solidFill>
                  <a:srgbClr val="2A2D35"/>
                </a:solidFill>
                <a:uFillTx/>
                <a:cs typeface="+mn-lt"/>
              </a:endParaRPr>
            </a:p>
          </p:txBody>
        </p:sp>
        <p:cxnSp>
          <p:nvCxnSpPr>
            <p:cNvPr id="10" name="直接连接符 9"/>
            <p:cNvCxnSpPr/>
            <p:nvPr/>
          </p:nvCxnSpPr>
          <p:spPr>
            <a:xfrm>
              <a:off x="3341" y="1299"/>
              <a:ext cx="0" cy="551"/>
            </a:xfrm>
            <a:prstGeom prst="line">
              <a:avLst/>
            </a:prstGeom>
            <a:ln w="2222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图片 1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0822" y="0"/>
            <a:ext cx="4445000" cy="6858000"/>
          </a:xfrm>
          <a:prstGeom prst="rect">
            <a:avLst/>
          </a:prstGeom>
        </p:spPr>
      </p:pic>
      <p:pic>
        <p:nvPicPr>
          <p:cNvPr id="6" name="图片 5" descr="资源 3@2x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270"/>
            <a:ext cx="3515995" cy="683260"/>
          </a:xfrm>
          <a:prstGeom prst="rect">
            <a:avLst/>
          </a:prstGeom>
        </p:spPr>
      </p:pic>
      <p:pic>
        <p:nvPicPr>
          <p:cNvPr id="16" name="图片 15" descr="资源 5@2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0770" y="322580"/>
            <a:ext cx="1981835" cy="18415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 43"/>
          <p:cNvSpPr/>
          <p:nvPr/>
        </p:nvSpPr>
        <p:spPr>
          <a:xfrm>
            <a:off x="982980" y="908050"/>
            <a:ext cx="3027045" cy="4444365"/>
          </a:xfrm>
          <a:prstGeom prst="rect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 25"/>
          <p:cNvSpPr/>
          <p:nvPr/>
        </p:nvSpPr>
        <p:spPr>
          <a:xfrm>
            <a:off x="0" y="6316980"/>
            <a:ext cx="12192000" cy="551180"/>
          </a:xfrm>
          <a:prstGeom prst="rect">
            <a:avLst/>
          </a:prstGeom>
          <a:solidFill>
            <a:srgbClr val="2A2D3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472" y="772160"/>
            <a:ext cx="3055501" cy="4444365"/>
          </a:xfrm>
          <a:prstGeom prst="rect">
            <a:avLst/>
          </a:prstGeom>
        </p:spPr>
      </p:pic>
      <p:sp>
        <p:nvSpPr>
          <p:cNvPr id="30" name="矩形 29"/>
          <p:cNvSpPr/>
          <p:nvPr/>
        </p:nvSpPr>
        <p:spPr>
          <a:xfrm>
            <a:off x="534472" y="772160"/>
            <a:ext cx="3055501" cy="4444365"/>
          </a:xfrm>
          <a:prstGeom prst="rect">
            <a:avLst/>
          </a:prstGeom>
          <a:solidFill>
            <a:srgbClr val="C00000">
              <a:alpha val="88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5" name="组合 14"/>
          <p:cNvGrpSpPr/>
          <p:nvPr/>
        </p:nvGrpSpPr>
        <p:grpSpPr>
          <a:xfrm>
            <a:off x="1209199" y="1370330"/>
            <a:ext cx="1746885" cy="1175385"/>
            <a:chOff x="2040" y="1434"/>
            <a:chExt cx="2751" cy="1851"/>
          </a:xfrm>
        </p:grpSpPr>
        <p:sp>
          <p:nvSpPr>
            <p:cNvPr id="28" name="文本框 27"/>
            <p:cNvSpPr txBox="1"/>
            <p:nvPr/>
          </p:nvSpPr>
          <p:spPr>
            <a:xfrm>
              <a:off x="2040" y="1434"/>
              <a:ext cx="2444" cy="11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40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</a:rPr>
                <a:t>目</a:t>
              </a:r>
              <a:r>
                <a:rPr lang="en-US" altLang="zh-CN" sz="40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</a:rPr>
                <a:t>  </a:t>
              </a:r>
              <a:r>
                <a:rPr lang="zh-CN" altLang="en-US" sz="40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</a:rPr>
                <a:t>录</a:t>
              </a:r>
              <a:endParaRPr lang="zh-CN" altLang="en-US" sz="40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2112" y="2655"/>
              <a:ext cx="2679" cy="6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spc="100" dirty="0">
                  <a:solidFill>
                    <a:schemeClr val="bg1"/>
                  </a:solidFill>
                </a:rPr>
                <a:t>CONTENTS</a:t>
              </a:r>
              <a:endParaRPr lang="en-US" sz="2000" spc="100" dirty="0">
                <a:solidFill>
                  <a:schemeClr val="bg1"/>
                </a:solidFill>
              </a:endParaRPr>
            </a:p>
          </p:txBody>
        </p:sp>
      </p:grpSp>
      <p:pic>
        <p:nvPicPr>
          <p:cNvPr id="2" name="图片 1" descr="资源 3@2x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325495" cy="646430"/>
          </a:xfrm>
          <a:prstGeom prst="rect">
            <a:avLst/>
          </a:prstGeom>
        </p:spPr>
      </p:pic>
      <p:pic>
        <p:nvPicPr>
          <p:cNvPr id="16" name="图片 15" descr="资源 5@2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6005" y="231140"/>
            <a:ext cx="1981835" cy="18415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4919472" y="1033271"/>
            <a:ext cx="960120" cy="310896"/>
          </a:xfrm>
          <a:prstGeom prst="roundRect">
            <a:avLst>
              <a:gd name="adj" fmla="val 8000"/>
            </a:avLst>
          </a:prstGeom>
          <a:solidFill>
            <a:srgbClr val="D40000"/>
          </a:solidFill>
          <a:ln w="10160">
            <a:solidFill>
              <a:srgbClr val="D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1040" b="1">
                <a:solidFill>
                  <a:srgbClr val="FFFFFF"/>
                </a:solidFill>
                <a:latin typeface="Arial" panose="020B0604020202090204"/>
              </a:rPr>
              <a:t>一条主线</a:t>
            </a:r>
            <a:endParaRPr sz="104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4956048" y="1463040"/>
            <a:ext cx="384048" cy="384048"/>
          </a:xfrm>
          <a:prstGeom prst="roundRect">
            <a:avLst>
              <a:gd name="adj" fmla="val 8000"/>
            </a:avLst>
          </a:prstGeom>
          <a:solidFill>
            <a:srgbClr val="D40000"/>
          </a:solidFill>
          <a:ln w="10160">
            <a:solidFill>
              <a:srgbClr val="D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 panose="020B0604020202090204"/>
              </a:rPr>
              <a:t>1</a:t>
            </a:r>
            <a:endParaRPr sz="120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559552" y="1435608"/>
            <a:ext cx="2615184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52A34"/>
                </a:solidFill>
                <a:latin typeface="Arial" panose="020B0604020202090204"/>
              </a:rPr>
              <a:t>为什么换底座</a:t>
            </a:r>
            <a:endParaRPr sz="1650" b="1">
              <a:solidFill>
                <a:srgbClr val="252A34"/>
              </a:solidFill>
              <a:latin typeface="Arial" panose="020B0604020202090204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5559552" y="1810512"/>
            <a:ext cx="521208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9707D"/>
                </a:solidFill>
                <a:latin typeface="Arial" panose="020B0604020202090204"/>
              </a:rPr>
              <a:t>Dify 固定流程难以承接长程、变化多的测试任务</a:t>
            </a:r>
            <a:endParaRPr sz="1150" b="0">
              <a:solidFill>
                <a:srgbClr val="69707D"/>
              </a:solidFill>
              <a:latin typeface="Arial" panose="020B0604020202090204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4956048" y="2578608"/>
            <a:ext cx="384048" cy="384048"/>
          </a:xfrm>
          <a:prstGeom prst="roundRect">
            <a:avLst>
              <a:gd name="adj" fmla="val 8000"/>
            </a:avLst>
          </a:prstGeom>
          <a:solidFill>
            <a:srgbClr val="D40000"/>
          </a:solidFill>
          <a:ln w="10160">
            <a:solidFill>
              <a:srgbClr val="D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 panose="020B0604020202090204"/>
              </a:rPr>
              <a:t>2</a:t>
            </a:r>
            <a:endParaRPr sz="120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559552" y="2551176"/>
            <a:ext cx="2615184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52A34"/>
                </a:solidFill>
                <a:latin typeface="Arial" panose="020B0604020202090204"/>
              </a:rPr>
              <a:t>新底座解决什么</a:t>
            </a:r>
            <a:endParaRPr sz="1650" b="1">
              <a:solidFill>
                <a:srgbClr val="252A34"/>
              </a:solidFill>
              <a:latin typeface="Arial" panose="020B0604020202090204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5559552" y="2926080"/>
            <a:ext cx="521208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9707D"/>
                </a:solidFill>
                <a:latin typeface="Arial" panose="020B0604020202090204"/>
              </a:rPr>
              <a:t>灵犀 Code 让 Agent 在真实工作区持续规划并执行</a:t>
            </a:r>
            <a:endParaRPr sz="1150" b="0">
              <a:solidFill>
                <a:srgbClr val="69707D"/>
              </a:solidFill>
              <a:latin typeface="Arial" panose="020B0604020202090204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956048" y="3694176"/>
            <a:ext cx="384048" cy="384048"/>
          </a:xfrm>
          <a:prstGeom prst="roundRect">
            <a:avLst>
              <a:gd name="adj" fmla="val 8000"/>
            </a:avLst>
          </a:prstGeom>
          <a:solidFill>
            <a:srgbClr val="D40000"/>
          </a:solidFill>
          <a:ln w="10160">
            <a:solidFill>
              <a:srgbClr val="D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 panose="020B0604020202090204"/>
              </a:rPr>
              <a:t>3</a:t>
            </a:r>
            <a:endParaRPr sz="120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559552" y="3666744"/>
            <a:ext cx="2615184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52A34"/>
                </a:solidFill>
                <a:latin typeface="Arial" panose="020B0604020202090204"/>
              </a:rPr>
              <a:t>设计与执行怎样串起来</a:t>
            </a:r>
            <a:endParaRPr sz="1650" b="1">
              <a:solidFill>
                <a:srgbClr val="252A34"/>
              </a:solidFill>
              <a:latin typeface="Arial" panose="020B0604020202090204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5559552" y="4041648"/>
            <a:ext cx="521208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9707D"/>
                </a:solidFill>
                <a:latin typeface="Arial" panose="020B0604020202090204"/>
              </a:rPr>
              <a:t>同一份结构化案例贯穿设计、脚本、执行与证据</a:t>
            </a:r>
            <a:endParaRPr sz="1150" b="0">
              <a:solidFill>
                <a:srgbClr val="69707D"/>
              </a:solidFill>
              <a:latin typeface="Arial" panose="020B0604020202090204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4956048" y="4809744"/>
            <a:ext cx="384048" cy="384048"/>
          </a:xfrm>
          <a:prstGeom prst="roundRect">
            <a:avLst>
              <a:gd name="adj" fmla="val 8000"/>
            </a:avLst>
          </a:prstGeom>
          <a:solidFill>
            <a:srgbClr val="D40000"/>
          </a:solidFill>
          <a:ln w="10160">
            <a:solidFill>
              <a:srgbClr val="D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 panose="020B0604020202090204"/>
              </a:rPr>
              <a:t>4</a:t>
            </a:r>
            <a:endParaRPr sz="120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559552" y="4782312"/>
            <a:ext cx="2615184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52A34"/>
                </a:solidFill>
                <a:latin typeface="Arial" panose="020B0604020202090204"/>
              </a:rPr>
              <a:t>能力怎样越用越强</a:t>
            </a:r>
            <a:endParaRPr sz="1650" b="1">
              <a:solidFill>
                <a:srgbClr val="252A34"/>
              </a:solidFill>
              <a:latin typeface="Arial" panose="020B0604020202090204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5559552" y="5157216"/>
            <a:ext cx="521208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9707D"/>
                </a:solidFill>
                <a:latin typeface="Arial" panose="020B0604020202090204"/>
              </a:rPr>
              <a:t>Agent 组织角色，Skill 固化方法，docs 沉淀知识</a:t>
            </a:r>
            <a:endParaRPr sz="1150" b="0">
              <a:solidFill>
                <a:srgbClr val="69707D"/>
              </a:solidFill>
              <a:latin typeface="Arial" panose="020B0604020202090204"/>
            </a:endParaRPr>
          </a:p>
        </p:txBody>
      </p:sp>
    </p:spTree>
    <p:custDataLst>
      <p:tags r:id="rId4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5" name="文本框 14"/>
          <p:cNvSpPr txBox="1"/>
          <p:nvPr/>
        </p:nvSpPr>
        <p:spPr>
          <a:xfrm>
            <a:off x="551226" y="230481"/>
            <a:ext cx="7761282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0" algn="l">
              <a:buClrTx/>
              <a:buSzTx/>
              <a:buFontTx/>
              <a:buNone/>
            </a:pPr>
            <a:r>
              <a:rPr lang="en-US" altLang="zh-CN" sz="2800" dirty="0">
                <a:solidFill>
                  <a:srgbClr val="C00000"/>
                </a:solidFill>
                <a:sym typeface="+mn-ea"/>
              </a:rPr>
              <a:t>1.1 </a:t>
            </a:r>
            <a:r>
              <a:rPr lang="zh-CN" altLang="en-US" sz="2800" dirty="0">
                <a:solidFill>
                  <a:srgbClr val="C00000"/>
                </a:solidFill>
                <a:sym typeface="+mn-ea"/>
              </a:rPr>
              <a:t>测试智能体演进</a:t>
            </a:r>
            <a:endParaRPr lang="zh-CN" altLang="en-US" sz="2800" dirty="0">
              <a:solidFill>
                <a:srgbClr val="C00000"/>
              </a:solidFill>
              <a:sym typeface="微软雅黑" panose="020B0503020204020204" pitchFamily="34" charset="-122"/>
            </a:endParaRPr>
          </a:p>
        </p:txBody>
      </p:sp>
      <p:sp>
        <p:nvSpPr>
          <p:cNvPr id="9" name="灯片编号占位符 1"/>
          <p:cNvSpPr>
            <a:spLocks noGrp="1"/>
          </p:cNvSpPr>
          <p:nvPr/>
        </p:nvSpPr>
        <p:spPr>
          <a:xfrm>
            <a:off x="11607800" y="6518275"/>
            <a:ext cx="552450" cy="365125"/>
          </a:xfrm>
          <a:prstGeom prst="rect">
            <a:avLst/>
          </a:prstGeom>
          <a:noFill/>
          <a:ln w="9525">
            <a:noFill/>
          </a:ln>
        </p:spPr>
        <p:txBody>
          <a:bodyPr anchor="t" anchorCtr="0"/>
          <a:lstStyle>
            <a:lvl1pPr marL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90204" charset="-116"/>
              <a:buNone/>
              <a:defRPr sz="1200" kern="120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90204" charset="-116"/>
              <a:buNone/>
              <a:defRPr sz="1800" kern="1200" baseline="0">
                <a:solidFill>
                  <a:schemeClr val="tx1"/>
                </a:solidFill>
                <a:latin typeface="Arial" panose="020B0604020202090204" charset="-116"/>
                <a:ea typeface="黑体" panose="02010609060101010101" charset="-122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90204" charset="-116"/>
              <a:buNone/>
              <a:defRPr sz="1800" kern="1200" baseline="0">
                <a:solidFill>
                  <a:schemeClr val="tx1"/>
                </a:solidFill>
                <a:latin typeface="Arial" panose="020B0604020202090204" charset="-116"/>
                <a:ea typeface="黑体" panose="02010609060101010101" charset="-122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90204" charset="-116"/>
              <a:buNone/>
              <a:defRPr sz="1800" kern="1200" baseline="0">
                <a:solidFill>
                  <a:schemeClr val="tx1"/>
                </a:solidFill>
                <a:latin typeface="Arial" panose="020B0604020202090204" charset="-116"/>
                <a:ea typeface="黑体" panose="02010609060101010101" charset="-122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90204" charset="-116"/>
              <a:buNone/>
              <a:defRPr sz="1800" kern="1200" baseline="0">
                <a:solidFill>
                  <a:schemeClr val="tx1"/>
                </a:solidFill>
                <a:latin typeface="Arial" panose="020B0604020202090204" charset="-116"/>
                <a:ea typeface="黑体" panose="02010609060101010101" charset="-122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90204" charset="-116"/>
              <a:buNone/>
              <a:defRPr sz="1800" kern="1200" baseline="0">
                <a:solidFill>
                  <a:schemeClr val="tx1"/>
                </a:solidFill>
                <a:latin typeface="Arial" panose="020B0604020202090204" charset="-116"/>
                <a:ea typeface="黑体" panose="02010609060101010101" charset="-122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90204" charset="-116"/>
              <a:buNone/>
              <a:defRPr sz="1800" kern="1200" baseline="0">
                <a:solidFill>
                  <a:schemeClr val="tx1"/>
                </a:solidFill>
                <a:latin typeface="Arial" panose="020B0604020202090204" charset="-116"/>
                <a:ea typeface="黑体" panose="02010609060101010101" charset="-122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90204" charset="-116"/>
              <a:buNone/>
              <a:defRPr sz="1800" kern="1200" baseline="0">
                <a:solidFill>
                  <a:schemeClr val="tx1"/>
                </a:solidFill>
                <a:latin typeface="Arial" panose="020B0604020202090204" charset="-116"/>
                <a:ea typeface="黑体" panose="02010609060101010101" charset="-122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90204" charset="-116"/>
              <a:buNone/>
              <a:defRPr sz="1800" kern="1200" baseline="0">
                <a:solidFill>
                  <a:schemeClr val="tx1"/>
                </a:solidFill>
                <a:latin typeface="Arial" panose="020B0604020202090204" charset="-116"/>
                <a:ea typeface="黑体" panose="02010609060101010101" charset="-122"/>
                <a:cs typeface="+mn-cs"/>
              </a:defRPr>
            </a:lvl9pPr>
          </a:lstStyle>
          <a:p>
            <a:fld id="{0D8F879C-7612-7E4C-A131-1F687979CBE0}" type="slidenum">
              <a:rPr kumimoji="1" lang="zh-CN" altLang="en-US" sz="18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1" lang="zh-CN" altLang="en-US" sz="1800" smtClean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Text 2"/>
          <p:cNvSpPr/>
          <p:nvPr/>
        </p:nvSpPr>
        <p:spPr>
          <a:xfrm>
            <a:off x="1253046" y="1081532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fontScale="90000"/>
          </a:bodyPr>
          <a:p>
            <a:pPr marL="0" indent="0">
              <a:buNone/>
            </a:pPr>
            <a:r>
              <a:rPr lang="en-US" sz="1550" kern="0" spc="100" dirty="0">
                <a:solidFill>
                  <a:srgbClr val="33333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测试人员参与方式从 “使用工具” 逐步演进到 “定义能力、共建智能体”</a:t>
            </a:r>
            <a:endParaRPr lang="en-US" sz="1550" dirty="0"/>
          </a:p>
        </p:txBody>
      </p:sp>
      <p:sp>
        <p:nvSpPr>
          <p:cNvPr id="6" name="Shape 7"/>
          <p:cNvSpPr/>
          <p:nvPr/>
        </p:nvSpPr>
        <p:spPr>
          <a:xfrm>
            <a:off x="420942" y="1417320"/>
            <a:ext cx="2487168" cy="320040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E8E8E8"/>
            </a:solidFill>
            <a:prstDash val="solid"/>
          </a:ln>
        </p:spPr>
        <p:txBody>
          <a:bodyPr/>
          <a:p/>
        </p:txBody>
      </p:sp>
      <p:sp>
        <p:nvSpPr>
          <p:cNvPr id="7" name="Shape 8"/>
          <p:cNvSpPr/>
          <p:nvPr/>
        </p:nvSpPr>
        <p:spPr>
          <a:xfrm>
            <a:off x="804990" y="1581912"/>
            <a:ext cx="329184" cy="329184"/>
          </a:xfrm>
          <a:prstGeom prst="ellipse">
            <a:avLst/>
          </a:prstGeom>
          <a:solidFill>
            <a:srgbClr val="8A8A8A"/>
          </a:solidFill>
          <a:ln w="12700">
            <a:solidFill>
              <a:srgbClr val="8A8A8A"/>
            </a:solidFill>
            <a:prstDash val="solid"/>
          </a:ln>
        </p:spPr>
        <p:txBody>
          <a:bodyPr/>
          <a:p/>
        </p:txBody>
      </p:sp>
      <p:sp>
        <p:nvSpPr>
          <p:cNvPr id="14" name="Text 9"/>
          <p:cNvSpPr/>
          <p:nvPr/>
        </p:nvSpPr>
        <p:spPr>
          <a:xfrm>
            <a:off x="804990" y="1604772"/>
            <a:ext cx="32918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</a:t>
            </a:r>
            <a:endParaRPr lang="en-US" sz="1900" dirty="0"/>
          </a:p>
        </p:txBody>
      </p:sp>
      <p:sp>
        <p:nvSpPr>
          <p:cNvPr id="17" name="Text 10"/>
          <p:cNvSpPr/>
          <p:nvPr/>
        </p:nvSpPr>
        <p:spPr>
          <a:xfrm>
            <a:off x="1243902" y="1572768"/>
            <a:ext cx="141732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p>
            <a:pPr marL="0" indent="0">
              <a:buNone/>
            </a:pPr>
            <a:r>
              <a:rPr lang="en-US" sz="1800" b="1" dirty="0">
                <a:solidFill>
                  <a:srgbClr val="11111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Prompt 阶段</a:t>
            </a:r>
            <a:endParaRPr lang="en-US" sz="1800" dirty="0"/>
          </a:p>
        </p:txBody>
      </p:sp>
      <p:sp>
        <p:nvSpPr>
          <p:cNvPr id="19" name="Shape 11"/>
          <p:cNvSpPr/>
          <p:nvPr/>
        </p:nvSpPr>
        <p:spPr>
          <a:xfrm>
            <a:off x="1042734" y="2020824"/>
            <a:ext cx="1152000" cy="1152000"/>
          </a:xfrm>
          <a:prstGeom prst="ellipse">
            <a:avLst/>
          </a:prstGeom>
          <a:solidFill>
            <a:srgbClr val="FDF7F7"/>
          </a:solidFill>
          <a:ln w="10160">
            <a:solidFill>
              <a:srgbClr val="F3DCDC"/>
            </a:solidFill>
            <a:prstDash val="solid"/>
          </a:ln>
        </p:spPr>
        <p:txBody>
          <a:bodyPr/>
          <a:p/>
        </p:txBody>
      </p:sp>
      <p:pic>
        <p:nvPicPr>
          <p:cNvPr id="20" name="Image 2" descr="/Users/kaka/Documents/Codex/2026-05-12/pptx-users-kaka-codex-skills-pptx/generated_assets/icon_chat_D40000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3046" y="2194560"/>
            <a:ext cx="841248" cy="841248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804990" y="3346704"/>
            <a:ext cx="1682496" cy="320040"/>
          </a:xfrm>
          <a:prstGeom prst="roundRect">
            <a:avLst>
              <a:gd name="adj" fmla="val 34286"/>
            </a:avLst>
          </a:prstGeom>
          <a:solidFill>
            <a:srgbClr val="F9CFCF"/>
          </a:solidFill>
          <a:ln w="7620">
            <a:solidFill>
              <a:srgbClr val="F9CFCF"/>
            </a:solidFill>
            <a:prstDash val="solid"/>
          </a:ln>
        </p:spPr>
        <p:txBody>
          <a:bodyPr/>
          <a:p/>
        </p:txBody>
      </p:sp>
      <p:sp>
        <p:nvSpPr>
          <p:cNvPr id="22" name="Text 13"/>
          <p:cNvSpPr/>
          <p:nvPr/>
        </p:nvSpPr>
        <p:spPr>
          <a:xfrm>
            <a:off x="804990" y="3355848"/>
            <a:ext cx="1682496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ctr">
              <a:buNone/>
            </a:pPr>
            <a:r>
              <a:rPr lang="en-US" sz="1400" b="1" dirty="0">
                <a:solidFill>
                  <a:srgbClr val="D4000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使用能力</a:t>
            </a:r>
            <a:endParaRPr lang="en-US" sz="1400" dirty="0"/>
          </a:p>
        </p:txBody>
      </p:sp>
      <p:sp>
        <p:nvSpPr>
          <p:cNvPr id="23" name="Shape 14"/>
          <p:cNvSpPr/>
          <p:nvPr/>
        </p:nvSpPr>
        <p:spPr>
          <a:xfrm>
            <a:off x="505479" y="3897584"/>
            <a:ext cx="41148" cy="41148"/>
          </a:xfrm>
          <a:prstGeom prst="ellipse">
            <a:avLst/>
          </a:prstGeom>
          <a:solidFill>
            <a:srgbClr val="D40000"/>
          </a:solidFill>
          <a:ln w="12700">
            <a:solidFill>
              <a:srgbClr val="D40000"/>
            </a:solidFill>
            <a:prstDash val="solid"/>
          </a:ln>
        </p:spPr>
        <p:txBody>
          <a:bodyPr/>
          <a:p/>
        </p:txBody>
      </p:sp>
      <p:sp>
        <p:nvSpPr>
          <p:cNvPr id="24" name="Text 15"/>
          <p:cNvSpPr/>
          <p:nvPr/>
        </p:nvSpPr>
        <p:spPr>
          <a:xfrm>
            <a:off x="690482" y="3829004"/>
            <a:ext cx="199339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p>
            <a:pPr marL="0" indent="0">
              <a:buNone/>
            </a:pPr>
            <a:r>
              <a:rPr lang="en-US" sz="1160" dirty="0">
                <a:solidFill>
                  <a:srgbClr val="1F1F1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核心 Prompt 能力由</a:t>
            </a:r>
            <a:r>
              <a:rPr lang="en-US" sz="1160" dirty="0">
                <a:solidFill>
                  <a:srgbClr val="1F1F1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2"/>
              </a:rPr>
              <a:t>团队</a:t>
            </a:r>
            <a:r>
              <a:rPr lang="zh-CN" altLang="en-US" sz="1160" dirty="0">
                <a:solidFill>
                  <a:srgbClr val="1F1F1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2"/>
              </a:rPr>
              <a:t>提供</a:t>
            </a:r>
            <a:endParaRPr lang="en-US"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25" name="Shape 18"/>
          <p:cNvSpPr/>
          <p:nvPr/>
        </p:nvSpPr>
        <p:spPr>
          <a:xfrm>
            <a:off x="507598" y="4190210"/>
            <a:ext cx="41148" cy="41148"/>
          </a:xfrm>
          <a:prstGeom prst="ellipse">
            <a:avLst/>
          </a:prstGeom>
          <a:solidFill>
            <a:srgbClr val="D40000"/>
          </a:solidFill>
          <a:ln w="12700">
            <a:solidFill>
              <a:srgbClr val="D40000"/>
            </a:solidFill>
            <a:prstDash val="solid"/>
          </a:ln>
        </p:spPr>
        <p:txBody>
          <a:bodyPr/>
          <a:p/>
        </p:txBody>
      </p:sp>
      <p:sp>
        <p:nvSpPr>
          <p:cNvPr id="26" name="Text 19"/>
          <p:cNvSpPr/>
          <p:nvPr/>
        </p:nvSpPr>
        <p:spPr>
          <a:xfrm>
            <a:off x="672190" y="4121630"/>
            <a:ext cx="1993392" cy="292601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p>
            <a:pPr marL="0" indent="0">
              <a:buNone/>
            </a:pPr>
            <a:r>
              <a:rPr lang="en-US" sz="1160" dirty="0">
                <a:solidFill>
                  <a:srgbClr val="1F1F1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测试人员使用</a:t>
            </a:r>
            <a:r>
              <a:rPr lang="zh-CN" altLang="en-US" sz="1160" dirty="0">
                <a:solidFill>
                  <a:srgbClr val="1F1F1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后提出优化意见</a:t>
            </a:r>
            <a:endParaRPr lang="en-US" sz="1160" dirty="0"/>
          </a:p>
        </p:txBody>
      </p:sp>
      <p:sp>
        <p:nvSpPr>
          <p:cNvPr id="27" name="Shape 20"/>
          <p:cNvSpPr/>
          <p:nvPr/>
        </p:nvSpPr>
        <p:spPr>
          <a:xfrm>
            <a:off x="3244025" y="1417320"/>
            <a:ext cx="2486660" cy="320040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E8E8E8"/>
            </a:solidFill>
            <a:prstDash val="solid"/>
          </a:ln>
        </p:spPr>
        <p:txBody>
          <a:bodyPr/>
          <a:p/>
        </p:txBody>
      </p:sp>
      <p:sp>
        <p:nvSpPr>
          <p:cNvPr id="28" name="Shape 21"/>
          <p:cNvSpPr/>
          <p:nvPr/>
        </p:nvSpPr>
        <p:spPr>
          <a:xfrm>
            <a:off x="3657918" y="1581912"/>
            <a:ext cx="329184" cy="329184"/>
          </a:xfrm>
          <a:prstGeom prst="ellipse">
            <a:avLst/>
          </a:prstGeom>
          <a:solidFill>
            <a:srgbClr val="8A8A8A"/>
          </a:solidFill>
          <a:ln w="12700">
            <a:solidFill>
              <a:srgbClr val="8A8A8A"/>
            </a:solidFill>
            <a:prstDash val="solid"/>
          </a:ln>
        </p:spPr>
        <p:txBody>
          <a:bodyPr/>
          <a:p/>
        </p:txBody>
      </p:sp>
      <p:sp>
        <p:nvSpPr>
          <p:cNvPr id="29" name="Text 22"/>
          <p:cNvSpPr/>
          <p:nvPr/>
        </p:nvSpPr>
        <p:spPr>
          <a:xfrm>
            <a:off x="3657918" y="1604772"/>
            <a:ext cx="32918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2</a:t>
            </a:r>
            <a:endParaRPr lang="en-US" sz="1900" dirty="0"/>
          </a:p>
        </p:txBody>
      </p:sp>
      <p:sp>
        <p:nvSpPr>
          <p:cNvPr id="30" name="Text 23"/>
          <p:cNvSpPr/>
          <p:nvPr/>
        </p:nvSpPr>
        <p:spPr>
          <a:xfrm>
            <a:off x="4096830" y="1572768"/>
            <a:ext cx="141732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p>
            <a:pPr marL="0" indent="0">
              <a:buNone/>
            </a:pPr>
            <a:r>
              <a:rPr lang="en-US" sz="1800" b="1" dirty="0">
                <a:solidFill>
                  <a:srgbClr val="11111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DIFY 阶段</a:t>
            </a:r>
            <a:endParaRPr lang="en-US" sz="1800" dirty="0"/>
          </a:p>
        </p:txBody>
      </p:sp>
      <p:sp>
        <p:nvSpPr>
          <p:cNvPr id="31" name="Shape 24"/>
          <p:cNvSpPr/>
          <p:nvPr/>
        </p:nvSpPr>
        <p:spPr>
          <a:xfrm>
            <a:off x="3895662" y="2020824"/>
            <a:ext cx="1152000" cy="1152000"/>
          </a:xfrm>
          <a:prstGeom prst="ellipse">
            <a:avLst/>
          </a:prstGeom>
          <a:solidFill>
            <a:srgbClr val="FDF7F7"/>
          </a:solidFill>
          <a:ln w="10160">
            <a:solidFill>
              <a:srgbClr val="F3DCDC"/>
            </a:solidFill>
            <a:prstDash val="solid"/>
          </a:ln>
        </p:spPr>
        <p:txBody>
          <a:bodyPr/>
          <a:p/>
        </p:txBody>
      </p:sp>
      <p:pic>
        <p:nvPicPr>
          <p:cNvPr id="32" name="Image 3" descr="/Users/kaka/Documents/Codex/2026-05-12/pptx-users-kaka-codex-skills-pptx/generated_assets/icon_flow_D40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6213" y="2194560"/>
            <a:ext cx="961390" cy="841375"/>
          </a:xfrm>
          <a:prstGeom prst="rect">
            <a:avLst/>
          </a:prstGeom>
        </p:spPr>
      </p:pic>
      <p:sp>
        <p:nvSpPr>
          <p:cNvPr id="33" name="Shape 25"/>
          <p:cNvSpPr/>
          <p:nvPr/>
        </p:nvSpPr>
        <p:spPr>
          <a:xfrm>
            <a:off x="3657918" y="3346704"/>
            <a:ext cx="1682496" cy="320040"/>
          </a:xfrm>
          <a:prstGeom prst="roundRect">
            <a:avLst>
              <a:gd name="adj" fmla="val 34286"/>
            </a:avLst>
          </a:prstGeom>
          <a:solidFill>
            <a:srgbClr val="F9CFCF"/>
          </a:solidFill>
          <a:ln w="7620">
            <a:solidFill>
              <a:srgbClr val="F9CFCF"/>
            </a:solidFill>
            <a:prstDash val="solid"/>
          </a:ln>
        </p:spPr>
        <p:txBody>
          <a:bodyPr/>
          <a:p/>
        </p:txBody>
      </p:sp>
      <p:sp>
        <p:nvSpPr>
          <p:cNvPr id="34" name="Text 26"/>
          <p:cNvSpPr/>
          <p:nvPr/>
        </p:nvSpPr>
        <p:spPr>
          <a:xfrm>
            <a:off x="3657918" y="3355848"/>
            <a:ext cx="1682496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ctr">
              <a:buNone/>
            </a:pPr>
            <a:r>
              <a:rPr lang="en-US" sz="1400" b="1" dirty="0">
                <a:solidFill>
                  <a:srgbClr val="D4000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使用流程</a:t>
            </a:r>
            <a:endParaRPr lang="en-US" sz="1400" dirty="0"/>
          </a:p>
        </p:txBody>
      </p:sp>
      <p:sp>
        <p:nvSpPr>
          <p:cNvPr id="35" name="Shape 27"/>
          <p:cNvSpPr/>
          <p:nvPr/>
        </p:nvSpPr>
        <p:spPr>
          <a:xfrm>
            <a:off x="3378818" y="3897584"/>
            <a:ext cx="41148" cy="41148"/>
          </a:xfrm>
          <a:prstGeom prst="ellipse">
            <a:avLst/>
          </a:prstGeom>
          <a:solidFill>
            <a:srgbClr val="D40000"/>
          </a:solidFill>
          <a:ln w="12700">
            <a:solidFill>
              <a:srgbClr val="D40000"/>
            </a:solidFill>
            <a:prstDash val="solid"/>
          </a:ln>
        </p:spPr>
        <p:txBody>
          <a:bodyPr/>
          <a:p/>
        </p:txBody>
      </p:sp>
      <p:sp>
        <p:nvSpPr>
          <p:cNvPr id="36" name="Text 28"/>
          <p:cNvSpPr/>
          <p:nvPr/>
        </p:nvSpPr>
        <p:spPr>
          <a:xfrm>
            <a:off x="3543410" y="3829004"/>
            <a:ext cx="199339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p>
            <a:pPr marL="0" indent="0">
              <a:buNone/>
            </a:pPr>
            <a:r>
              <a:rPr lang="en-US" sz="1160" dirty="0">
                <a:solidFill>
                  <a:srgbClr val="1F1F1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2"/>
              </a:rPr>
              <a:t>智能体</a:t>
            </a:r>
            <a:r>
              <a:rPr lang="zh-CN" altLang="en-US" sz="1160" dirty="0">
                <a:solidFill>
                  <a:srgbClr val="1F1F1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2"/>
              </a:rPr>
              <a:t>工作流</a:t>
            </a:r>
            <a:r>
              <a:rPr lang="en-US" sz="1160" dirty="0">
                <a:solidFill>
                  <a:srgbClr val="1F1F1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由</a:t>
            </a:r>
            <a:r>
              <a:rPr lang="zh-CN" altLang="en-US" sz="1160" dirty="0">
                <a:solidFill>
                  <a:srgbClr val="1F1F1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工具团队建设</a:t>
            </a:r>
            <a:endParaRPr lang="en-US" sz="1160" dirty="0"/>
          </a:p>
        </p:txBody>
      </p:sp>
      <p:sp>
        <p:nvSpPr>
          <p:cNvPr id="37" name="Shape 29"/>
          <p:cNvSpPr/>
          <p:nvPr/>
        </p:nvSpPr>
        <p:spPr>
          <a:xfrm>
            <a:off x="3378818" y="4190192"/>
            <a:ext cx="41148" cy="41148"/>
          </a:xfrm>
          <a:prstGeom prst="ellipse">
            <a:avLst/>
          </a:prstGeom>
          <a:solidFill>
            <a:srgbClr val="D40000"/>
          </a:solidFill>
          <a:ln w="12700">
            <a:solidFill>
              <a:srgbClr val="D40000"/>
            </a:solidFill>
            <a:prstDash val="solid"/>
          </a:ln>
        </p:spPr>
        <p:txBody>
          <a:bodyPr/>
          <a:p/>
        </p:txBody>
      </p:sp>
      <p:sp>
        <p:nvSpPr>
          <p:cNvPr id="44" name="Text 30"/>
          <p:cNvSpPr/>
          <p:nvPr/>
        </p:nvSpPr>
        <p:spPr>
          <a:xfrm>
            <a:off x="3543410" y="4121612"/>
            <a:ext cx="199339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p>
            <a:pPr marL="0" indent="0">
              <a:buNone/>
            </a:pPr>
            <a:r>
              <a:rPr lang="en-US" sz="1160" dirty="0">
                <a:solidFill>
                  <a:srgbClr val="1F1F1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测试人员</a:t>
            </a:r>
            <a:r>
              <a:rPr lang="en-US" sz="1160" dirty="0">
                <a:solidFill>
                  <a:srgbClr val="1F1F1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2"/>
              </a:rPr>
              <a:t>直接</a:t>
            </a:r>
            <a:r>
              <a:rPr lang="zh-CN" altLang="en-US" sz="1160" dirty="0">
                <a:solidFill>
                  <a:srgbClr val="1F1F1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2"/>
              </a:rPr>
              <a:t>在工具侧</a:t>
            </a:r>
            <a:r>
              <a:rPr lang="en-US" sz="1160" dirty="0">
                <a:solidFill>
                  <a:srgbClr val="1F1F1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使用</a:t>
            </a:r>
            <a:endParaRPr lang="en-US" sz="1160" dirty="0"/>
          </a:p>
        </p:txBody>
      </p:sp>
      <p:sp>
        <p:nvSpPr>
          <p:cNvPr id="45" name="Shape 31"/>
          <p:cNvSpPr/>
          <p:nvPr/>
        </p:nvSpPr>
        <p:spPr>
          <a:xfrm>
            <a:off x="6066600" y="1417320"/>
            <a:ext cx="2486660" cy="320040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E8E8E8"/>
            </a:solidFill>
            <a:prstDash val="solid"/>
          </a:ln>
        </p:spPr>
        <p:txBody>
          <a:bodyPr/>
          <a:p/>
        </p:txBody>
      </p:sp>
      <p:sp>
        <p:nvSpPr>
          <p:cNvPr id="46" name="Shape 32"/>
          <p:cNvSpPr/>
          <p:nvPr/>
        </p:nvSpPr>
        <p:spPr>
          <a:xfrm>
            <a:off x="6469825" y="1581912"/>
            <a:ext cx="329184" cy="329184"/>
          </a:xfrm>
          <a:prstGeom prst="ellipse">
            <a:avLst/>
          </a:prstGeom>
          <a:solidFill>
            <a:srgbClr val="8A8A8A"/>
          </a:solidFill>
          <a:ln w="12700">
            <a:solidFill>
              <a:srgbClr val="8A8A8A"/>
            </a:solidFill>
            <a:prstDash val="solid"/>
          </a:ln>
        </p:spPr>
        <p:txBody>
          <a:bodyPr/>
          <a:p/>
        </p:txBody>
      </p:sp>
      <p:sp>
        <p:nvSpPr>
          <p:cNvPr id="47" name="Text 33"/>
          <p:cNvSpPr/>
          <p:nvPr/>
        </p:nvSpPr>
        <p:spPr>
          <a:xfrm>
            <a:off x="6469825" y="1604772"/>
            <a:ext cx="32918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3</a:t>
            </a:r>
            <a:endParaRPr lang="en-US" sz="1900" dirty="0"/>
          </a:p>
        </p:txBody>
      </p:sp>
      <p:sp>
        <p:nvSpPr>
          <p:cNvPr id="48" name="Text 34"/>
          <p:cNvSpPr/>
          <p:nvPr/>
        </p:nvSpPr>
        <p:spPr>
          <a:xfrm>
            <a:off x="6908737" y="1572768"/>
            <a:ext cx="141732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p>
            <a:pPr marL="0" indent="0">
              <a:buNone/>
            </a:pPr>
            <a:r>
              <a:rPr lang="en-US" sz="1800" b="1" dirty="0">
                <a:solidFill>
                  <a:srgbClr val="11111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规约阶段</a:t>
            </a:r>
            <a:endParaRPr lang="en-US" sz="1800" dirty="0"/>
          </a:p>
        </p:txBody>
      </p:sp>
      <p:sp>
        <p:nvSpPr>
          <p:cNvPr id="51" name="Shape 35"/>
          <p:cNvSpPr/>
          <p:nvPr/>
        </p:nvSpPr>
        <p:spPr>
          <a:xfrm>
            <a:off x="6707569" y="2020824"/>
            <a:ext cx="1152000" cy="1152000"/>
          </a:xfrm>
          <a:prstGeom prst="ellipse">
            <a:avLst/>
          </a:prstGeom>
          <a:solidFill>
            <a:srgbClr val="FDF7F7"/>
          </a:solidFill>
          <a:ln w="10160">
            <a:solidFill>
              <a:srgbClr val="F3DCDC"/>
            </a:solidFill>
            <a:prstDash val="solid"/>
          </a:ln>
        </p:spPr>
        <p:txBody>
          <a:bodyPr/>
          <a:p/>
        </p:txBody>
      </p:sp>
      <p:pic>
        <p:nvPicPr>
          <p:cNvPr id="52" name="Image 4" descr="/Users/kaka/Documents/Codex/2026-05-12/pptx-users-kaka-codex-skills-pptx/generated_assets/icon_spec_D400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2945" y="2194560"/>
            <a:ext cx="841248" cy="841248"/>
          </a:xfrm>
          <a:prstGeom prst="rect">
            <a:avLst/>
          </a:prstGeom>
        </p:spPr>
      </p:pic>
      <p:sp>
        <p:nvSpPr>
          <p:cNvPr id="53" name="Shape 36"/>
          <p:cNvSpPr/>
          <p:nvPr/>
        </p:nvSpPr>
        <p:spPr>
          <a:xfrm>
            <a:off x="6469825" y="3346704"/>
            <a:ext cx="1682496" cy="320040"/>
          </a:xfrm>
          <a:prstGeom prst="roundRect">
            <a:avLst>
              <a:gd name="adj" fmla="val 34286"/>
            </a:avLst>
          </a:prstGeom>
          <a:solidFill>
            <a:srgbClr val="F9CFCF"/>
          </a:solidFill>
          <a:ln w="7620">
            <a:solidFill>
              <a:srgbClr val="F9CFCF"/>
            </a:solidFill>
            <a:prstDash val="solid"/>
          </a:ln>
        </p:spPr>
        <p:txBody>
          <a:bodyPr/>
          <a:p/>
        </p:txBody>
      </p:sp>
      <p:sp>
        <p:nvSpPr>
          <p:cNvPr id="54" name="Text 37"/>
          <p:cNvSpPr/>
          <p:nvPr/>
        </p:nvSpPr>
        <p:spPr>
          <a:xfrm>
            <a:off x="6469825" y="3355848"/>
            <a:ext cx="1682496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ctr">
              <a:buNone/>
            </a:pPr>
            <a:r>
              <a:rPr lang="en-US" sz="1400" b="1" dirty="0">
                <a:solidFill>
                  <a:srgbClr val="D4000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编写 </a:t>
            </a:r>
            <a:r>
              <a:rPr lang="en-US" sz="1400" b="1" dirty="0">
                <a:solidFill>
                  <a:srgbClr val="D4000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2"/>
              </a:rPr>
              <a:t>R</a:t>
            </a:r>
            <a:r>
              <a:rPr lang="en-US" altLang="zh-CN" sz="1400" b="1" dirty="0">
                <a:solidFill>
                  <a:srgbClr val="D4000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2"/>
              </a:rPr>
              <a:t>ule</a:t>
            </a:r>
            <a:endParaRPr lang="en-US"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55" name="Shape 38"/>
          <p:cNvSpPr/>
          <p:nvPr/>
        </p:nvSpPr>
        <p:spPr>
          <a:xfrm>
            <a:off x="6190725" y="3897584"/>
            <a:ext cx="41148" cy="41148"/>
          </a:xfrm>
          <a:prstGeom prst="ellipse">
            <a:avLst/>
          </a:prstGeom>
          <a:solidFill>
            <a:srgbClr val="D40000"/>
          </a:solidFill>
          <a:ln w="12700">
            <a:solidFill>
              <a:srgbClr val="D40000"/>
            </a:solidFill>
            <a:prstDash val="solid"/>
          </a:ln>
        </p:spPr>
        <p:txBody>
          <a:bodyPr/>
          <a:p/>
        </p:txBody>
      </p:sp>
      <p:sp>
        <p:nvSpPr>
          <p:cNvPr id="56" name="Text 39"/>
          <p:cNvSpPr/>
          <p:nvPr/>
        </p:nvSpPr>
        <p:spPr>
          <a:xfrm>
            <a:off x="6355317" y="3829004"/>
            <a:ext cx="199339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p>
            <a:pPr marL="0" indent="0">
              <a:buNone/>
            </a:pPr>
            <a:r>
              <a:rPr lang="en-US" sz="1160" b="1" dirty="0">
                <a:solidFill>
                  <a:srgbClr val="1F1F1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测试人员</a:t>
            </a:r>
            <a:r>
              <a:rPr lang="en-US" sz="1160" b="1" dirty="0">
                <a:solidFill>
                  <a:srgbClr val="1F1F1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2"/>
              </a:rPr>
              <a:t>编写</a:t>
            </a:r>
            <a:r>
              <a:rPr lang="zh-CN" altLang="en-US" sz="1160" b="1" dirty="0">
                <a:solidFill>
                  <a:srgbClr val="1F1F1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2"/>
              </a:rPr>
              <a:t>、补充</a:t>
            </a:r>
            <a:r>
              <a:rPr lang="en-US" sz="1160" b="1" dirty="0">
                <a:solidFill>
                  <a:srgbClr val="1F1F1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规约</a:t>
            </a:r>
            <a:endParaRPr lang="en-US" sz="1160" b="1" dirty="0">
              <a:solidFill>
                <a:srgbClr val="1F1F1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57" name="Shape 42"/>
          <p:cNvSpPr/>
          <p:nvPr/>
        </p:nvSpPr>
        <p:spPr>
          <a:xfrm>
            <a:off x="8889175" y="1417320"/>
            <a:ext cx="2487295" cy="324612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6510">
            <a:solidFill>
              <a:srgbClr val="D40000"/>
            </a:solidFill>
            <a:prstDash val="solid"/>
          </a:ln>
        </p:spPr>
        <p:txBody>
          <a:bodyPr/>
          <a:p/>
        </p:txBody>
      </p:sp>
      <p:sp>
        <p:nvSpPr>
          <p:cNvPr id="58" name="Shape 43"/>
          <p:cNvSpPr/>
          <p:nvPr/>
        </p:nvSpPr>
        <p:spPr>
          <a:xfrm>
            <a:off x="9299639" y="1581912"/>
            <a:ext cx="329184" cy="329184"/>
          </a:xfrm>
          <a:prstGeom prst="ellipse">
            <a:avLst/>
          </a:prstGeom>
          <a:solidFill>
            <a:srgbClr val="D40000"/>
          </a:solidFill>
          <a:ln w="12700">
            <a:solidFill>
              <a:srgbClr val="D40000"/>
            </a:solidFill>
            <a:prstDash val="solid"/>
          </a:ln>
        </p:spPr>
        <p:txBody>
          <a:bodyPr/>
          <a:p/>
        </p:txBody>
      </p:sp>
      <p:sp>
        <p:nvSpPr>
          <p:cNvPr id="59" name="Text 44"/>
          <p:cNvSpPr/>
          <p:nvPr/>
        </p:nvSpPr>
        <p:spPr>
          <a:xfrm>
            <a:off x="9299639" y="1604772"/>
            <a:ext cx="32918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4</a:t>
            </a:r>
            <a:endParaRPr lang="en-US" sz="1900" dirty="0"/>
          </a:p>
        </p:txBody>
      </p:sp>
      <p:sp>
        <p:nvSpPr>
          <p:cNvPr id="60" name="Text 45"/>
          <p:cNvSpPr/>
          <p:nvPr/>
        </p:nvSpPr>
        <p:spPr>
          <a:xfrm>
            <a:off x="9738551" y="1604518"/>
            <a:ext cx="141732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p>
            <a:pPr marL="0" indent="0">
              <a:buNone/>
            </a:pPr>
            <a:r>
              <a:rPr lang="zh-CN" altLang="en-US" b="1" dirty="0">
                <a:solidFill>
                  <a:srgbClr val="C0000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灵犀 Code 阶段</a:t>
            </a:r>
            <a:endParaRPr lang="en-US" b="1" dirty="0">
              <a:solidFill>
                <a:srgbClr val="C00000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61" name="Shape 46"/>
          <p:cNvSpPr/>
          <p:nvPr/>
        </p:nvSpPr>
        <p:spPr>
          <a:xfrm>
            <a:off x="9537383" y="2020824"/>
            <a:ext cx="1152000" cy="1152000"/>
          </a:xfrm>
          <a:prstGeom prst="ellipse">
            <a:avLst/>
          </a:prstGeom>
          <a:solidFill>
            <a:srgbClr val="FDF7F7"/>
          </a:solidFill>
          <a:ln w="10160">
            <a:solidFill>
              <a:srgbClr val="F3DCDC"/>
            </a:solidFill>
            <a:prstDash val="solid"/>
          </a:ln>
        </p:spPr>
        <p:txBody>
          <a:bodyPr/>
          <a:p/>
        </p:txBody>
      </p:sp>
      <p:sp>
        <p:nvSpPr>
          <p:cNvPr id="62" name="Shape 47"/>
          <p:cNvSpPr/>
          <p:nvPr/>
        </p:nvSpPr>
        <p:spPr>
          <a:xfrm>
            <a:off x="9299639" y="3346704"/>
            <a:ext cx="1682496" cy="320040"/>
          </a:xfrm>
          <a:prstGeom prst="roundRect">
            <a:avLst>
              <a:gd name="adj" fmla="val 34286"/>
            </a:avLst>
          </a:prstGeom>
          <a:solidFill>
            <a:srgbClr val="D40000"/>
          </a:solidFill>
          <a:ln w="7620">
            <a:solidFill>
              <a:srgbClr val="D40000"/>
            </a:solidFill>
            <a:prstDash val="solid"/>
          </a:ln>
        </p:spPr>
        <p:txBody>
          <a:bodyPr/>
          <a:p/>
        </p:txBody>
      </p:sp>
      <p:sp>
        <p:nvSpPr>
          <p:cNvPr id="63" name="Text 48"/>
          <p:cNvSpPr/>
          <p:nvPr/>
        </p:nvSpPr>
        <p:spPr>
          <a:xfrm>
            <a:off x="9299639" y="3355848"/>
            <a:ext cx="1682496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定义 Skill / Agent</a:t>
            </a:r>
            <a:endParaRPr lang="en-US" sz="1350" dirty="0"/>
          </a:p>
        </p:txBody>
      </p:sp>
      <p:sp>
        <p:nvSpPr>
          <p:cNvPr id="64" name="Shape 49"/>
          <p:cNvSpPr/>
          <p:nvPr/>
        </p:nvSpPr>
        <p:spPr>
          <a:xfrm>
            <a:off x="9098471" y="3819652"/>
            <a:ext cx="41148" cy="41148"/>
          </a:xfrm>
          <a:prstGeom prst="ellipse">
            <a:avLst/>
          </a:prstGeom>
          <a:solidFill>
            <a:srgbClr val="D40000"/>
          </a:solidFill>
          <a:ln w="12700">
            <a:solidFill>
              <a:srgbClr val="D40000"/>
            </a:solidFill>
            <a:prstDash val="solid"/>
          </a:ln>
        </p:spPr>
        <p:txBody>
          <a:bodyPr/>
          <a:p/>
        </p:txBody>
      </p:sp>
      <p:sp>
        <p:nvSpPr>
          <p:cNvPr id="65" name="Text 50"/>
          <p:cNvSpPr/>
          <p:nvPr/>
        </p:nvSpPr>
        <p:spPr>
          <a:xfrm>
            <a:off x="9263063" y="3751072"/>
            <a:ext cx="194767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规格驱动 + 自主式 Agent</a:t>
            </a:r>
            <a:endParaRPr lang="en-US" sz="1140" dirty="0"/>
          </a:p>
        </p:txBody>
      </p:sp>
      <p:sp>
        <p:nvSpPr>
          <p:cNvPr id="66" name="Shape 51"/>
          <p:cNvSpPr/>
          <p:nvPr/>
        </p:nvSpPr>
        <p:spPr>
          <a:xfrm>
            <a:off x="9098471" y="4112260"/>
            <a:ext cx="41148" cy="41148"/>
          </a:xfrm>
          <a:prstGeom prst="ellipse">
            <a:avLst/>
          </a:prstGeom>
          <a:solidFill>
            <a:srgbClr val="D40000"/>
          </a:solidFill>
          <a:ln w="12700">
            <a:solidFill>
              <a:srgbClr val="D40000"/>
            </a:solidFill>
            <a:prstDash val="solid"/>
          </a:ln>
        </p:spPr>
        <p:txBody>
          <a:bodyPr/>
          <a:p/>
        </p:txBody>
      </p:sp>
      <p:sp>
        <p:nvSpPr>
          <p:cNvPr id="67" name="Text 52"/>
          <p:cNvSpPr/>
          <p:nvPr/>
        </p:nvSpPr>
        <p:spPr>
          <a:xfrm>
            <a:off x="9263063" y="4043680"/>
            <a:ext cx="194767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测试人员可自定义 Skill，</a:t>
            </a:r>
            <a:endParaRPr lang="en-US" sz="1140" dirty="0"/>
          </a:p>
        </p:txBody>
      </p:sp>
      <p:sp>
        <p:nvSpPr>
          <p:cNvPr id="68" name="Shape 53"/>
          <p:cNvSpPr/>
          <p:nvPr/>
        </p:nvSpPr>
        <p:spPr>
          <a:xfrm>
            <a:off x="9098471" y="4404868"/>
            <a:ext cx="41148" cy="41148"/>
          </a:xfrm>
          <a:prstGeom prst="ellipse">
            <a:avLst/>
          </a:prstGeom>
          <a:solidFill>
            <a:srgbClr val="D40000"/>
          </a:solidFill>
          <a:ln w="12700">
            <a:solidFill>
              <a:srgbClr val="D40000"/>
            </a:solidFill>
            <a:prstDash val="solid"/>
          </a:ln>
        </p:spPr>
        <p:txBody>
          <a:bodyPr/>
          <a:p/>
        </p:txBody>
      </p:sp>
      <p:sp>
        <p:nvSpPr>
          <p:cNvPr id="69" name="Text 54"/>
          <p:cNvSpPr/>
          <p:nvPr/>
        </p:nvSpPr>
        <p:spPr>
          <a:xfrm>
            <a:off x="9263063" y="4336288"/>
            <a:ext cx="194767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甚至开发专属 Agent</a:t>
            </a:r>
            <a:endParaRPr lang="en-US" sz="1140" dirty="0"/>
          </a:p>
        </p:txBody>
      </p:sp>
      <p:sp>
        <p:nvSpPr>
          <p:cNvPr id="70" name="Shape 59"/>
          <p:cNvSpPr/>
          <p:nvPr/>
        </p:nvSpPr>
        <p:spPr>
          <a:xfrm>
            <a:off x="10594023" y="868045"/>
            <a:ext cx="1435100" cy="682625"/>
          </a:xfrm>
          <a:prstGeom prst="roundRect">
            <a:avLst>
              <a:gd name="adj" fmla="val 9091"/>
            </a:avLst>
          </a:prstGeom>
          <a:solidFill>
            <a:srgbClr val="FFFCF6"/>
          </a:solidFill>
          <a:ln w="11430">
            <a:solidFill>
              <a:srgbClr val="D69635"/>
            </a:solidFill>
            <a:prstDash val="solid"/>
          </a:ln>
        </p:spPr>
        <p:txBody>
          <a:bodyPr/>
          <a:p/>
        </p:txBody>
      </p:sp>
      <p:sp>
        <p:nvSpPr>
          <p:cNvPr id="71" name="Text 60"/>
          <p:cNvSpPr/>
          <p:nvPr/>
        </p:nvSpPr>
        <p:spPr>
          <a:xfrm>
            <a:off x="10653205" y="971423"/>
            <a:ext cx="1316736" cy="4754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p>
            <a:pPr marL="0" indent="0" algn="ctr">
              <a:buNone/>
            </a:pPr>
            <a:r>
              <a:rPr lang="en-US" sz="1250" b="1" dirty="0">
                <a:solidFill>
                  <a:srgbClr val="9B3E0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从 “被动使用”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9B3E0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到 “能力共建”</a:t>
            </a:r>
            <a:endParaRPr lang="en-US" sz="1250" dirty="0"/>
          </a:p>
        </p:txBody>
      </p:sp>
      <p:sp>
        <p:nvSpPr>
          <p:cNvPr id="72" name="Shape 61"/>
          <p:cNvSpPr/>
          <p:nvPr/>
        </p:nvSpPr>
        <p:spPr>
          <a:xfrm>
            <a:off x="420942" y="4764024"/>
            <a:ext cx="10954512" cy="557784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 w="11430">
            <a:solidFill>
              <a:srgbClr val="FFA0A0"/>
            </a:solidFill>
            <a:prstDash val="solid"/>
          </a:ln>
        </p:spPr>
        <p:txBody>
          <a:bodyPr/>
          <a:p/>
        </p:txBody>
      </p:sp>
      <p:grpSp>
        <p:nvGrpSpPr>
          <p:cNvPr id="73" name="组合 72"/>
          <p:cNvGrpSpPr/>
          <p:nvPr/>
        </p:nvGrpSpPr>
        <p:grpSpPr>
          <a:xfrm>
            <a:off x="777558" y="4827270"/>
            <a:ext cx="420370" cy="420370"/>
            <a:chOff x="1469" y="7790"/>
            <a:chExt cx="662" cy="662"/>
          </a:xfrm>
        </p:grpSpPr>
        <p:sp>
          <p:nvSpPr>
            <p:cNvPr id="74" name="Shape 62"/>
            <p:cNvSpPr/>
            <p:nvPr/>
          </p:nvSpPr>
          <p:spPr>
            <a:xfrm>
              <a:off x="1469" y="7790"/>
              <a:ext cx="662" cy="662"/>
            </a:xfrm>
            <a:prstGeom prst="ellipse">
              <a:avLst/>
            </a:prstGeom>
            <a:solidFill>
              <a:srgbClr val="D40000"/>
            </a:solidFill>
            <a:ln w="12700">
              <a:solidFill>
                <a:srgbClr val="D40000"/>
              </a:solidFill>
              <a:prstDash val="solid"/>
            </a:ln>
          </p:spPr>
          <p:txBody>
            <a:bodyPr/>
            <a:p/>
          </p:txBody>
        </p:sp>
        <p:pic>
          <p:nvPicPr>
            <p:cNvPr id="75" name="Image 9" descr="/Users/kaka/Documents/Codex/2026-05-12/pptx-users-kaka-codex-skills-pptx/generated_assets/icon_user_FFFFFF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70" y="7906"/>
              <a:ext cx="461" cy="461"/>
            </a:xfrm>
            <a:prstGeom prst="rect">
              <a:avLst/>
            </a:prstGeom>
          </p:spPr>
        </p:pic>
      </p:grpSp>
      <p:sp>
        <p:nvSpPr>
          <p:cNvPr id="76" name="Text 63"/>
          <p:cNvSpPr/>
          <p:nvPr/>
        </p:nvSpPr>
        <p:spPr>
          <a:xfrm>
            <a:off x="1426401" y="4937760"/>
            <a:ext cx="201168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测试人员角色变化：</a:t>
            </a:r>
            <a:endParaRPr lang="en-US" sz="1600" b="1" dirty="0">
              <a:solidFill>
                <a:srgbClr val="111111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pic>
        <p:nvPicPr>
          <p:cNvPr id="77" name="Image 10" descr="/Users/kaka/Documents/Codex/2026-05-12/pptx-users-kaka-codex-skills-pptx/generated_assets/icon_chat_D40000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19742" y="4901057"/>
            <a:ext cx="292608" cy="292608"/>
          </a:xfrm>
          <a:prstGeom prst="rect">
            <a:avLst/>
          </a:prstGeom>
        </p:spPr>
      </p:pic>
      <p:sp>
        <p:nvSpPr>
          <p:cNvPr id="78" name="Text 64"/>
          <p:cNvSpPr/>
          <p:nvPr/>
        </p:nvSpPr>
        <p:spPr>
          <a:xfrm>
            <a:off x="3949510" y="4978273"/>
            <a:ext cx="713232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lnSpcReduction="20000"/>
          </a:bodyPr>
          <a:p>
            <a:pPr marL="0" indent="0">
              <a:buNone/>
            </a:pPr>
            <a:r>
              <a:rPr lang="en-US" sz="1320" dirty="0">
                <a:solidFill>
                  <a:srgbClr val="11111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使用工具</a:t>
            </a:r>
            <a:endParaRPr lang="en-US" sz="1320" dirty="0"/>
          </a:p>
        </p:txBody>
      </p:sp>
      <p:pic>
        <p:nvPicPr>
          <p:cNvPr id="79" name="Image 11" descr="/Users/kaka/Documents/Codex/2026-05-12/pptx-users-kaka-codex-skills-pptx/generated_assets/arr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7349" y="4946904"/>
            <a:ext cx="283464" cy="246888"/>
          </a:xfrm>
          <a:prstGeom prst="rect">
            <a:avLst/>
          </a:prstGeom>
        </p:spPr>
      </p:pic>
      <p:pic>
        <p:nvPicPr>
          <p:cNvPr id="80" name="Image 12" descr="/Users/kaka/Documents/Codex/2026-05-12/pptx-users-kaka-codex-skills-pptx/generated_assets/icon_flow_D40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6558" y="4901057"/>
            <a:ext cx="292608" cy="292608"/>
          </a:xfrm>
          <a:prstGeom prst="rect">
            <a:avLst/>
          </a:prstGeom>
        </p:spPr>
      </p:pic>
      <p:sp>
        <p:nvSpPr>
          <p:cNvPr id="81" name="Text 65"/>
          <p:cNvSpPr/>
          <p:nvPr/>
        </p:nvSpPr>
        <p:spPr>
          <a:xfrm>
            <a:off x="5906326" y="4978273"/>
            <a:ext cx="713232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lnSpcReduction="20000"/>
          </a:bodyPr>
          <a:p>
            <a:pPr marL="0" indent="0">
              <a:buNone/>
            </a:pPr>
            <a:r>
              <a:rPr lang="en-US" sz="1320" dirty="0">
                <a:solidFill>
                  <a:srgbClr val="11111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使用流程</a:t>
            </a:r>
            <a:endParaRPr lang="en-US" sz="1320" dirty="0"/>
          </a:p>
        </p:txBody>
      </p:sp>
      <p:pic>
        <p:nvPicPr>
          <p:cNvPr id="82" name="Image 13" descr="/Users/kaka/Documents/Codex/2026-05-12/pptx-users-kaka-codex-skills-pptx/generated_assets/arr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1234" y="4958334"/>
            <a:ext cx="283464" cy="246888"/>
          </a:xfrm>
          <a:prstGeom prst="rect">
            <a:avLst/>
          </a:prstGeom>
        </p:spPr>
      </p:pic>
      <p:pic>
        <p:nvPicPr>
          <p:cNvPr id="83" name="Image 14" descr="/Users/kaka/Documents/Codex/2026-05-12/pptx-users-kaka-codex-skills-pptx/generated_assets/icon_spec_D400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9638" y="4901057"/>
            <a:ext cx="292608" cy="292608"/>
          </a:xfrm>
          <a:prstGeom prst="rect">
            <a:avLst/>
          </a:prstGeom>
        </p:spPr>
      </p:pic>
      <p:sp>
        <p:nvSpPr>
          <p:cNvPr id="84" name="Text 66"/>
          <p:cNvSpPr/>
          <p:nvPr/>
        </p:nvSpPr>
        <p:spPr>
          <a:xfrm>
            <a:off x="7689406" y="4978273"/>
            <a:ext cx="713232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lnSpcReduction="20000"/>
          </a:bodyPr>
          <a:p>
            <a:pPr marL="0" indent="0">
              <a:buNone/>
            </a:pPr>
            <a:r>
              <a:rPr lang="en-US" sz="1320" dirty="0">
                <a:solidFill>
                  <a:srgbClr val="11111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编写规约</a:t>
            </a:r>
            <a:endParaRPr lang="en-US" sz="1320" dirty="0"/>
          </a:p>
        </p:txBody>
      </p:sp>
      <p:pic>
        <p:nvPicPr>
          <p:cNvPr id="85" name="Image 15" descr="/Users/kaka/Documents/Codex/2026-05-12/pptx-users-kaka-codex-skills-pptx/generated_assets/arr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0669" y="4946904"/>
            <a:ext cx="283464" cy="246888"/>
          </a:xfrm>
          <a:prstGeom prst="rect">
            <a:avLst/>
          </a:prstGeom>
        </p:spPr>
      </p:pic>
      <p:pic>
        <p:nvPicPr>
          <p:cNvPr id="86" name="Image 16" descr="/Users/kaka/Documents/Codex/2026-05-12/pptx-users-kaka-codex-skills-pptx/generated_assets/icon_ai_D400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59558" y="4901057"/>
            <a:ext cx="292608" cy="292608"/>
          </a:xfrm>
          <a:prstGeom prst="rect">
            <a:avLst/>
          </a:prstGeom>
        </p:spPr>
      </p:pic>
      <p:sp>
        <p:nvSpPr>
          <p:cNvPr id="87" name="Text 67"/>
          <p:cNvSpPr/>
          <p:nvPr/>
        </p:nvSpPr>
        <p:spPr>
          <a:xfrm>
            <a:off x="9589326" y="495795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p>
            <a:pPr marL="0" indent="0">
              <a:buNone/>
            </a:pPr>
            <a:r>
              <a:rPr lang="en-US" sz="1180" b="1" dirty="0">
                <a:solidFill>
                  <a:srgbClr val="C0000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定义 Skill / Agent</a:t>
            </a:r>
            <a:endParaRPr lang="en-US" sz="1180" b="1" dirty="0">
              <a:solidFill>
                <a:srgbClr val="C00000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89" name="Shape 68"/>
          <p:cNvSpPr/>
          <p:nvPr/>
        </p:nvSpPr>
        <p:spPr>
          <a:xfrm>
            <a:off x="1609662" y="5449824"/>
            <a:ext cx="8924544" cy="822960"/>
          </a:xfrm>
          <a:prstGeom prst="roundRect">
            <a:avLst>
              <a:gd name="adj" fmla="val 15556"/>
            </a:avLst>
          </a:prstGeom>
          <a:solidFill>
            <a:srgbClr val="FFF8F8"/>
          </a:solidFill>
          <a:ln w="10160">
            <a:solidFill>
              <a:srgbClr val="F8BABA"/>
            </a:solidFill>
            <a:prstDash val="solid"/>
          </a:ln>
        </p:spPr>
        <p:txBody>
          <a:bodyPr/>
          <a:p/>
        </p:txBody>
      </p:sp>
      <p:sp>
        <p:nvSpPr>
          <p:cNvPr id="90" name="Text 69"/>
          <p:cNvSpPr/>
          <p:nvPr/>
        </p:nvSpPr>
        <p:spPr>
          <a:xfrm>
            <a:off x="2761933" y="5567680"/>
            <a:ext cx="7516495" cy="58420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indent="0" fontAlgn="auto">
              <a:lnSpc>
                <a:spcPct val="15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当前测试智能体已从固定工作流演进为：以规格驱动为方法、灵犀 Code 为执行底座、Agent 与 Skill 为能力载体，测试人员可以直接参与能力共建。</a:t>
            </a:r>
            <a:endParaRPr lang="en-US" sz="1400" dirty="0">
              <a:solidFill>
                <a:srgbClr val="111111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91" name="Text 58"/>
          <p:cNvSpPr/>
          <p:nvPr/>
        </p:nvSpPr>
        <p:spPr>
          <a:xfrm>
            <a:off x="10409873" y="828040"/>
            <a:ext cx="184150" cy="15367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★</a:t>
            </a:r>
            <a:endParaRPr lang="en-US" sz="1200" dirty="0">
              <a:solidFill>
                <a:srgbClr val="FFFFF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92" name="右箭头 91"/>
          <p:cNvSpPr/>
          <p:nvPr/>
        </p:nvSpPr>
        <p:spPr>
          <a:xfrm>
            <a:off x="5723573" y="2771775"/>
            <a:ext cx="328930" cy="273685"/>
          </a:xfrm>
          <a:prstGeom prst="rightArrow">
            <a:avLst/>
          </a:prstGeom>
          <a:gradFill>
            <a:gsLst>
              <a:gs pos="0">
                <a:srgbClr val="C00000">
                  <a:alpha val="0"/>
                </a:srgb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1" name="右箭头 100"/>
          <p:cNvSpPr/>
          <p:nvPr/>
        </p:nvSpPr>
        <p:spPr>
          <a:xfrm>
            <a:off x="8560118" y="2771775"/>
            <a:ext cx="328930" cy="273685"/>
          </a:xfrm>
          <a:prstGeom prst="rightArrow">
            <a:avLst/>
          </a:prstGeom>
          <a:gradFill>
            <a:gsLst>
              <a:gs pos="0">
                <a:srgbClr val="C00000">
                  <a:alpha val="0"/>
                </a:srgb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2" name="右箭头 101"/>
          <p:cNvSpPr/>
          <p:nvPr/>
        </p:nvSpPr>
        <p:spPr>
          <a:xfrm>
            <a:off x="2914968" y="2771775"/>
            <a:ext cx="328930" cy="273685"/>
          </a:xfrm>
          <a:prstGeom prst="rightArrow">
            <a:avLst/>
          </a:prstGeom>
          <a:gradFill>
            <a:gsLst>
              <a:gs pos="0">
                <a:srgbClr val="C00000">
                  <a:alpha val="0"/>
                </a:srgb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93" name="图片 92" descr="AI机器人 (1)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781858" y="2235200"/>
            <a:ext cx="682625" cy="682625"/>
          </a:xfrm>
          <a:prstGeom prst="rect">
            <a:avLst/>
          </a:prstGeom>
        </p:spPr>
      </p:pic>
      <p:pic>
        <p:nvPicPr>
          <p:cNvPr id="106" name="图片 105" descr="10重要文件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97393" y="5567680"/>
            <a:ext cx="558800" cy="558800"/>
          </a:xfrm>
          <a:prstGeom prst="rect">
            <a:avLst/>
          </a:prstGeom>
        </p:spPr>
      </p:pic>
      <p:sp>
        <p:nvSpPr>
          <p:cNvPr id="94" name="Shape 27"/>
          <p:cNvSpPr/>
          <p:nvPr/>
        </p:nvSpPr>
        <p:spPr>
          <a:xfrm>
            <a:off x="6190725" y="4190192"/>
            <a:ext cx="41148" cy="41148"/>
          </a:xfrm>
          <a:prstGeom prst="ellipse">
            <a:avLst/>
          </a:prstGeom>
          <a:solidFill>
            <a:srgbClr val="D40000"/>
          </a:solidFill>
          <a:ln w="12700">
            <a:solidFill>
              <a:srgbClr val="D40000"/>
            </a:solidFill>
            <a:prstDash val="solid"/>
          </a:ln>
        </p:spPr>
      </p:sp>
      <p:sp>
        <p:nvSpPr>
          <p:cNvPr id="95" name="Text 28"/>
          <p:cNvSpPr/>
          <p:nvPr/>
        </p:nvSpPr>
        <p:spPr>
          <a:xfrm>
            <a:off x="6355340" y="4153420"/>
            <a:ext cx="199339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marL="0" indent="0">
              <a:buNone/>
            </a:pPr>
            <a:r>
              <a:rPr lang="en-US" sz="1200" dirty="0">
                <a:solidFill>
                  <a:srgbClr val="1F1F1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2"/>
              </a:rPr>
              <a:t>智能体</a:t>
            </a:r>
            <a:r>
              <a:rPr lang="zh-CN" altLang="en-US" sz="1200" dirty="0">
                <a:solidFill>
                  <a:srgbClr val="1F1F1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2"/>
              </a:rPr>
              <a:t>及规约管理能力</a:t>
            </a:r>
            <a:r>
              <a:rPr lang="en-US" sz="1200" dirty="0">
                <a:solidFill>
                  <a:srgbClr val="1F1F1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由</a:t>
            </a:r>
            <a:r>
              <a:rPr lang="zh-CN" altLang="en-US" sz="1200" dirty="0">
                <a:solidFill>
                  <a:srgbClr val="1F1F1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工具团队建设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0312"/>
            <a:ext cx="978408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2400" b="1">
                <a:solidFill>
                  <a:srgbClr val="D40000"/>
                </a:solidFill>
                <a:latin typeface="Arial" panose="020B0604020202090204"/>
              </a:rPr>
              <a:t>1.2  </a:t>
            </a:r>
            <a:r>
              <a:rPr sz="2400" b="1">
                <a:solidFill>
                  <a:srgbClr val="252A34"/>
                </a:solidFill>
                <a:latin typeface="Arial" panose="020B0604020202090204"/>
              </a:rPr>
              <a:t>为什么从 Dify 走向灵犀 Code</a:t>
            </a:r>
            <a:endParaRPr sz="2400" b="1">
              <a:solidFill>
                <a:srgbClr val="252A34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1612880" y="6492240"/>
            <a:ext cx="41148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D40000"/>
                </a:solidFill>
                <a:latin typeface="Arial" panose="020B0604020202090204"/>
              </a:rPr>
              <a:t>4</a:t>
            </a:r>
            <a:endParaRPr sz="1000" b="1">
              <a:solidFill>
                <a:srgbClr val="D40000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9707D"/>
                </a:solidFill>
                <a:latin typeface="Arial" panose="020B0604020202090204"/>
              </a:rPr>
              <a:t>以“读详细设计，完成 API/UI 测试并输出证据”为例：关键差别是任务路径由谁决定。</a:t>
            </a:r>
            <a:endParaRPr sz="1350" b="0">
              <a:solidFill>
                <a:srgbClr val="69707D"/>
              </a:solidFill>
              <a:latin typeface="Arial" panose="020B0604020202090204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1353312"/>
            <a:ext cx="3337560" cy="3337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481328"/>
            <a:ext cx="3008376" cy="330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40000"/>
                </a:solidFill>
                <a:latin typeface="Arial" panose="020B0604020202090204"/>
              </a:rPr>
              <a:t>Dify</a:t>
            </a:r>
            <a:endParaRPr sz="1600" b="1">
              <a:solidFill>
                <a:srgbClr val="D40000"/>
              </a:solidFill>
              <a:latin typeface="Arial" panose="020B0604020202090204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2788920" y="1481328"/>
            <a:ext cx="877824" cy="256032"/>
          </a:xfrm>
          <a:prstGeom prst="roundRect">
            <a:avLst>
              <a:gd name="adj" fmla="val 8000"/>
            </a:avLst>
          </a:prstGeom>
          <a:solidFill>
            <a:srgbClr val="D40000"/>
          </a:solidFill>
          <a:ln w="10160">
            <a:solidFill>
              <a:srgbClr val="D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 panose="020B0604020202090204"/>
              </a:rPr>
              <a:t>固定路径</a:t>
            </a:r>
            <a:endParaRPr sz="100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9224" y="1847088"/>
            <a:ext cx="3044952" cy="273405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52A34"/>
                </a:solidFill>
                <a:latin typeface="Arial" panose="020B0604020202090204"/>
              </a:rPr>
              <a:t>• 节点、顺序和输入输出预先编排</a:t>
            </a:r>
            <a:endParaRPr sz="1250" b="0">
              <a:solidFill>
                <a:srgbClr val="252A34"/>
              </a:solidFill>
              <a:latin typeface="Arial" panose="020B0604020202090204"/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52A34"/>
                </a:solidFill>
                <a:latin typeface="Arial" panose="020B0604020202090204"/>
              </a:rPr>
              <a:t>• 新增工具或分支需要修改流程</a:t>
            </a:r>
            <a:endParaRPr sz="1250" b="0">
              <a:solidFill>
                <a:srgbClr val="252A34"/>
              </a:solidFill>
              <a:latin typeface="Arial" panose="020B0604020202090204"/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52A34"/>
                </a:solidFill>
                <a:latin typeface="Arial" panose="020B0604020202090204"/>
              </a:rPr>
              <a:t>• 适合稳定、单点、边界清晰的任务</a:t>
            </a:r>
            <a:endParaRPr sz="1250" b="0">
              <a:solidFill>
                <a:srgbClr val="252A34"/>
              </a:solidFill>
              <a:latin typeface="Arial" panose="020B0604020202090204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160520" y="1353312"/>
            <a:ext cx="3337560" cy="3337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6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5112" y="1481328"/>
            <a:ext cx="3008376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66A16"/>
                </a:solidFill>
                <a:latin typeface="Arial" panose="020B0604020202090204"/>
              </a:rPr>
              <a:t>真实测试任务会变化</a:t>
            </a:r>
            <a:endParaRPr sz="1600" b="1">
              <a:solidFill>
                <a:srgbClr val="D66A16"/>
              </a:solidFill>
              <a:latin typeface="Arial" panose="020B0604020202090204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446519" y="1481328"/>
            <a:ext cx="877824" cy="256032"/>
          </a:xfrm>
          <a:prstGeom prst="roundRect">
            <a:avLst>
              <a:gd name="adj" fmla="val 8000"/>
            </a:avLst>
          </a:prstGeom>
          <a:solidFill>
            <a:srgbClr val="D66A16"/>
          </a:solidFill>
          <a:ln w="10160">
            <a:solidFill>
              <a:srgbClr val="D6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 panose="020B0604020202090204"/>
              </a:rPr>
              <a:t>变化来源</a:t>
            </a:r>
            <a:endParaRPr sz="100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306824" y="1847088"/>
            <a:ext cx="3044952" cy="737235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52A34"/>
                </a:solidFill>
                <a:latin typeface="Arial" panose="020B0604020202090204"/>
              </a:rPr>
              <a:t>• 文档、代码、接口、页面上下文不同</a:t>
            </a:r>
            <a:endParaRPr sz="1250" b="0">
              <a:solidFill>
                <a:srgbClr val="252A34"/>
              </a:solidFill>
              <a:latin typeface="Arial" panose="020B0604020202090204"/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52A34"/>
                </a:solidFill>
                <a:latin typeface="Arial" panose="020B0604020202090204"/>
              </a:rPr>
              <a:t>• 执行中需要观察、判断、修正与重试</a:t>
            </a:r>
            <a:endParaRPr sz="1250" b="0">
              <a:solidFill>
                <a:srgbClr val="252A34"/>
              </a:solidFill>
              <a:latin typeface="Arial" panose="020B0604020202090204"/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52A34"/>
                </a:solidFill>
                <a:latin typeface="Arial" panose="020B0604020202090204"/>
              </a:rPr>
              <a:t>• 过程会</a:t>
            </a:r>
            <a:r>
              <a:rPr lang="zh-CN" sz="1250" b="0">
                <a:solidFill>
                  <a:srgbClr val="252A34"/>
                </a:solidFill>
                <a:latin typeface="Arial" panose="020B0604020202090204"/>
              </a:rPr>
              <a:t>需要看别的资产</a:t>
            </a:r>
            <a:r>
              <a:rPr lang="zh-CN" sz="1250" b="0">
                <a:solidFill>
                  <a:srgbClr val="252A34"/>
                </a:solidFill>
                <a:latin typeface="Arial" panose="020B0604020202090204"/>
              </a:rPr>
              <a:t>文档</a:t>
            </a:r>
            <a:endParaRPr lang="zh-CN" sz="1250" b="0">
              <a:solidFill>
                <a:srgbClr val="252A34"/>
              </a:solidFill>
              <a:latin typeface="Arial" panose="020B0604020202090204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7818120" y="1353312"/>
            <a:ext cx="3337560" cy="3337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3167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82712" y="1481328"/>
            <a:ext cx="3008376" cy="330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167D5"/>
                </a:solidFill>
                <a:latin typeface="Arial" panose="020B0604020202090204"/>
              </a:rPr>
              <a:t>灵犀 Code</a:t>
            </a:r>
            <a:endParaRPr sz="1600" b="1">
              <a:solidFill>
                <a:srgbClr val="3167D5"/>
              </a:solidFill>
              <a:latin typeface="Arial" panose="020B0604020202090204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10104120" y="1481328"/>
            <a:ext cx="877824" cy="256032"/>
          </a:xfrm>
          <a:prstGeom prst="roundRect">
            <a:avLst>
              <a:gd name="adj" fmla="val 8000"/>
            </a:avLst>
          </a:prstGeom>
          <a:solidFill>
            <a:srgbClr val="3167D5"/>
          </a:solidFill>
          <a:ln w="10160">
            <a:solidFill>
              <a:srgbClr val="3167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 panose="020B0604020202090204"/>
              </a:rPr>
              <a:t>动态规划</a:t>
            </a:r>
            <a:endParaRPr sz="100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964424" y="1847088"/>
            <a:ext cx="3044952" cy="737235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52A34"/>
                </a:solidFill>
                <a:latin typeface="Arial" panose="020B0604020202090204"/>
              </a:rPr>
              <a:t>• 个人</a:t>
            </a:r>
            <a:r>
              <a:rPr lang="zh-CN" sz="1250" b="0">
                <a:solidFill>
                  <a:srgbClr val="252A34"/>
                </a:solidFill>
                <a:latin typeface="Arial" panose="020B0604020202090204"/>
              </a:rPr>
              <a:t>的</a:t>
            </a:r>
            <a:r>
              <a:rPr lang="en-US" altLang="zh-CN" sz="1250" b="0">
                <a:solidFill>
                  <a:srgbClr val="252A34"/>
                </a:solidFill>
                <a:latin typeface="Arial" panose="020B0604020202090204"/>
              </a:rPr>
              <a:t>workspace</a:t>
            </a:r>
            <a:r>
              <a:rPr sz="1250" b="0">
                <a:solidFill>
                  <a:srgbClr val="252A34"/>
                </a:solidFill>
                <a:latin typeface="Arial" panose="020B0604020202090204"/>
              </a:rPr>
              <a:t>是任务的真实现场</a:t>
            </a:r>
            <a:endParaRPr sz="1250" b="0">
              <a:solidFill>
                <a:srgbClr val="252A34"/>
              </a:solidFill>
              <a:latin typeface="Arial" panose="020B0604020202090204"/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52A34"/>
                </a:solidFill>
                <a:latin typeface="Arial" panose="020B0604020202090204"/>
              </a:rPr>
              <a:t>• 按任务装配 Agent、Skill 与 Tool</a:t>
            </a:r>
            <a:endParaRPr sz="1250" b="0">
              <a:solidFill>
                <a:srgbClr val="252A34"/>
              </a:solidFill>
              <a:latin typeface="Arial" panose="020B0604020202090204"/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252A34"/>
                </a:solidFill>
                <a:latin typeface="Arial" panose="020B0604020202090204"/>
              </a:rPr>
              <a:t>• Session / Run / Diff / 事件让过程可控</a:t>
            </a:r>
            <a:endParaRPr sz="1250" b="0">
              <a:solidFill>
                <a:srgbClr val="252A34"/>
              </a:solidFill>
              <a:latin typeface="Arial" panose="020B0604020202090204"/>
            </a:endParaRPr>
          </a:p>
        </p:txBody>
      </p:sp>
      <p:sp>
        <p:nvSpPr>
          <p:cNvPr id="17" name="Right Arrow 16"/>
          <p:cNvSpPr/>
          <p:nvPr/>
        </p:nvSpPr>
        <p:spPr>
          <a:xfrm>
            <a:off x="3858768" y="2816352"/>
            <a:ext cx="384048" cy="237744"/>
          </a:xfrm>
          <a:prstGeom prst="rightArrow">
            <a:avLst/>
          </a:prstGeom>
          <a:solidFill>
            <a:srgbClr val="D66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7516368" y="2816352"/>
            <a:ext cx="384048" cy="237744"/>
          </a:xfrm>
          <a:prstGeom prst="rightArrow">
            <a:avLst/>
          </a:prstGeom>
          <a:solidFill>
            <a:srgbClr val="3167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956048"/>
            <a:ext cx="11018520" cy="987552"/>
          </a:xfrm>
          <a:prstGeom prst="roundRect">
            <a:avLst>
              <a:gd name="adj" fmla="val 8000"/>
            </a:avLst>
          </a:prstGeom>
          <a:solidFill>
            <a:srgbClr val="FFF6F6"/>
          </a:solidFill>
          <a:ln w="10160">
            <a:solidFill>
              <a:srgbClr val="FCEB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175504"/>
            <a:ext cx="9601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40000"/>
                </a:solidFill>
                <a:latin typeface="Arial" panose="020B0604020202090204"/>
              </a:rPr>
              <a:t>底座变化</a:t>
            </a:r>
            <a:endParaRPr sz="1200" b="1">
              <a:solidFill>
                <a:srgbClr val="D40000"/>
              </a:solidFill>
              <a:latin typeface="Arial" panose="020B060402020209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856231" y="5120640"/>
            <a:ext cx="29718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2A34"/>
                </a:solidFill>
                <a:latin typeface="Arial" panose="020B0604020202090204"/>
              </a:rPr>
              <a:t>Dify：平台定义任务路径</a:t>
            </a:r>
            <a:endParaRPr sz="1400" b="1">
              <a:solidFill>
                <a:srgbClr val="252A34"/>
              </a:solidFill>
              <a:latin typeface="Arial" panose="020B0604020202090204"/>
            </a:endParaRPr>
          </a:p>
        </p:txBody>
      </p:sp>
      <p:sp>
        <p:nvSpPr>
          <p:cNvPr id="22" name="Right Arrow 21"/>
          <p:cNvSpPr/>
          <p:nvPr/>
        </p:nvSpPr>
        <p:spPr>
          <a:xfrm>
            <a:off x="5093208" y="5202936"/>
            <a:ext cx="475488" cy="219456"/>
          </a:xfrm>
          <a:prstGeom prst="rightArrow">
            <a:avLst/>
          </a:prstGeom>
          <a:solidFill>
            <a:srgbClr val="D4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0" y="5120640"/>
            <a:ext cx="5248656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167D5"/>
                </a:solidFill>
                <a:latin typeface="Arial" panose="020B0604020202090204"/>
              </a:rPr>
              <a:t>灵犀 Code：平台定义边界，Agent 规划路径</a:t>
            </a:r>
            <a:endParaRPr sz="1400" b="1">
              <a:solidFill>
                <a:srgbClr val="3167D5"/>
              </a:solidFill>
              <a:latin typeface="Arial" panose="020B060402020209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408176" y="5559552"/>
            <a:ext cx="94000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>
                <a:solidFill>
                  <a:srgbClr val="69707D"/>
                </a:solidFill>
                <a:latin typeface="Arial" panose="020B0604020202090204"/>
              </a:rPr>
              <a:t>从“交付一个流程”变成“交付一套能在真实工程现场持续完成任务的能力”。</a:t>
            </a:r>
            <a:endParaRPr sz="1130" b="0">
              <a:solidFill>
                <a:srgbClr val="69707D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5" name="文本框 14"/>
          <p:cNvSpPr txBox="1"/>
          <p:nvPr/>
        </p:nvSpPr>
        <p:spPr>
          <a:xfrm>
            <a:off x="551226" y="230481"/>
            <a:ext cx="7761282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buClrTx/>
              <a:buSzTx/>
              <a:buFontTx/>
            </a:pPr>
            <a:r>
              <a:rPr lang="en-US" altLang="zh-CN" sz="2800" dirty="0">
                <a:solidFill>
                  <a:srgbClr val="C00000"/>
                </a:solidFill>
                <a:sym typeface="微软雅黑" panose="020B0503020204020204" pitchFamily="34" charset="-122"/>
              </a:rPr>
              <a:t>2.1 </a:t>
            </a:r>
            <a:r>
              <a:rPr lang="zh-CN" altLang="en-US" sz="2800" dirty="0">
                <a:solidFill>
                  <a:srgbClr val="C00000"/>
                </a:solidFill>
                <a:sym typeface="微软雅黑" panose="020B0503020204020204" pitchFamily="34" charset="-122"/>
              </a:rPr>
              <a:t>测试智能体整体架构</a:t>
            </a:r>
            <a:endParaRPr lang="zh-CN" altLang="en-US" sz="2800" dirty="0">
              <a:solidFill>
                <a:srgbClr val="C00000"/>
              </a:solidFill>
              <a:sym typeface="微软雅黑" panose="020B0503020204020204" pitchFamily="34" charset="-122"/>
            </a:endParaRPr>
          </a:p>
        </p:txBody>
      </p:sp>
      <p:sp>
        <p:nvSpPr>
          <p:cNvPr id="9" name="灯片编号占位符 1"/>
          <p:cNvSpPr>
            <a:spLocks noGrp="1"/>
          </p:cNvSpPr>
          <p:nvPr/>
        </p:nvSpPr>
        <p:spPr>
          <a:xfrm>
            <a:off x="11607800" y="6518275"/>
            <a:ext cx="552450" cy="365125"/>
          </a:xfrm>
          <a:prstGeom prst="rect">
            <a:avLst/>
          </a:prstGeom>
          <a:noFill/>
          <a:ln w="9525">
            <a:noFill/>
          </a:ln>
        </p:spPr>
        <p:txBody>
          <a:bodyPr anchor="t" anchorCtr="0"/>
          <a:lstStyle>
            <a:lvl1pPr marL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90204" charset="-116"/>
              <a:buNone/>
              <a:defRPr sz="1200" kern="120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lvl="1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90204" charset="-116"/>
              <a:buNone/>
              <a:defRPr sz="1800" kern="1200" baseline="0">
                <a:solidFill>
                  <a:schemeClr val="tx1"/>
                </a:solidFill>
                <a:latin typeface="Arial" panose="020B0604020202090204" charset="-116"/>
                <a:ea typeface="黑体" panose="02010609060101010101" charset="-122"/>
                <a:cs typeface="+mn-cs"/>
              </a:defRPr>
            </a:lvl2pPr>
            <a:lvl3pPr marL="914400" lvl="2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90204" charset="-116"/>
              <a:buNone/>
              <a:defRPr sz="1800" kern="1200" baseline="0">
                <a:solidFill>
                  <a:schemeClr val="tx1"/>
                </a:solidFill>
                <a:latin typeface="Arial" panose="020B0604020202090204" charset="-116"/>
                <a:ea typeface="黑体" panose="02010609060101010101" charset="-122"/>
                <a:cs typeface="+mn-cs"/>
              </a:defRPr>
            </a:lvl3pPr>
            <a:lvl4pPr marL="1371600" lvl="3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90204" charset="-116"/>
              <a:buNone/>
              <a:defRPr sz="1800" kern="1200" baseline="0">
                <a:solidFill>
                  <a:schemeClr val="tx1"/>
                </a:solidFill>
                <a:latin typeface="Arial" panose="020B0604020202090204" charset="-116"/>
                <a:ea typeface="黑体" panose="02010609060101010101" charset="-122"/>
                <a:cs typeface="+mn-cs"/>
              </a:defRPr>
            </a:lvl4pPr>
            <a:lvl5pPr marL="1828800" lvl="4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90204" charset="-116"/>
              <a:buNone/>
              <a:defRPr sz="1800" kern="1200" baseline="0">
                <a:solidFill>
                  <a:schemeClr val="tx1"/>
                </a:solidFill>
                <a:latin typeface="Arial" panose="020B0604020202090204" charset="-116"/>
                <a:ea typeface="黑体" panose="02010609060101010101" charset="-122"/>
                <a:cs typeface="+mn-cs"/>
              </a:defRPr>
            </a:lvl5pPr>
            <a:lvl6pPr marL="2286000" lvl="5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90204" charset="-116"/>
              <a:buNone/>
              <a:defRPr sz="1800" kern="1200" baseline="0">
                <a:solidFill>
                  <a:schemeClr val="tx1"/>
                </a:solidFill>
                <a:latin typeface="Arial" panose="020B0604020202090204" charset="-116"/>
                <a:ea typeface="黑体" panose="02010609060101010101" charset="-122"/>
                <a:cs typeface="+mn-cs"/>
              </a:defRPr>
            </a:lvl6pPr>
            <a:lvl7pPr marL="2743200" lvl="6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90204" charset="-116"/>
              <a:buNone/>
              <a:defRPr sz="1800" kern="1200" baseline="0">
                <a:solidFill>
                  <a:schemeClr val="tx1"/>
                </a:solidFill>
                <a:latin typeface="Arial" panose="020B0604020202090204" charset="-116"/>
                <a:ea typeface="黑体" panose="02010609060101010101" charset="-122"/>
                <a:cs typeface="+mn-cs"/>
              </a:defRPr>
            </a:lvl7pPr>
            <a:lvl8pPr marL="3200400" lvl="7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90204" charset="-116"/>
              <a:buNone/>
              <a:defRPr sz="1800" kern="1200" baseline="0">
                <a:solidFill>
                  <a:schemeClr val="tx1"/>
                </a:solidFill>
                <a:latin typeface="Arial" panose="020B0604020202090204" charset="-116"/>
                <a:ea typeface="黑体" panose="02010609060101010101" charset="-122"/>
                <a:cs typeface="+mn-cs"/>
              </a:defRPr>
            </a:lvl8pPr>
            <a:lvl9pPr marL="3657600" lvl="8" indent="0" algn="l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90204" charset="-116"/>
              <a:buNone/>
              <a:defRPr sz="1800" kern="1200" baseline="0">
                <a:solidFill>
                  <a:schemeClr val="tx1"/>
                </a:solidFill>
                <a:latin typeface="Arial" panose="020B0604020202090204" charset="-116"/>
                <a:ea typeface="黑体" panose="02010609060101010101" charset="-122"/>
                <a:cs typeface="+mn-cs"/>
              </a:defRPr>
            </a:lvl9pPr>
          </a:lstStyle>
          <a:p>
            <a:fld id="{0D8F879C-7612-7E4C-A131-1F687979CBE0}" type="slidenum">
              <a:rPr kumimoji="1" lang="zh-CN" altLang="en-US" sz="18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1" lang="zh-CN" altLang="en-US" sz="1800" smtClean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6" name="Text 61"/>
          <p:cNvSpPr/>
          <p:nvPr/>
        </p:nvSpPr>
        <p:spPr>
          <a:xfrm>
            <a:off x="329565" y="1198880"/>
            <a:ext cx="11504295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285750" indent="-285750" algn="l">
              <a:buClr>
                <a:srgbClr val="D51008"/>
              </a:buClr>
              <a:buFont typeface="Wingdings" panose="05000000000000000000" charset="0"/>
              <a:buChar char=""/>
            </a:pPr>
            <a:r>
              <a:rPr sz="16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测试智能体以 e企研为统一触点，以</a:t>
            </a:r>
            <a:r>
              <a:rPr lang="zh-CN" sz="16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灵犀</a:t>
            </a:r>
            <a:r>
              <a:rPr lang="en-US" altLang="zh-CN" sz="16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Code</a:t>
            </a:r>
            <a:r>
              <a:rPr sz="16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为核心提供 Agent 编排能力，通过多 Agent 协同、任务拆解与路由、上下文组装、知识检索、工具调用和状态管理等技术，将分散的测试能力、工具能力和知识资产统一编排，实现测试能力可复用、执行过程可管控、测试资产可沉淀的一体化智能测试体系。</a:t>
            </a:r>
            <a:endParaRPr sz="1600" dirty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pSp>
        <p:nvGrpSpPr>
          <p:cNvPr id="128" name="组合 127"/>
          <p:cNvGrpSpPr/>
          <p:nvPr/>
        </p:nvGrpSpPr>
        <p:grpSpPr>
          <a:xfrm>
            <a:off x="272415" y="1778000"/>
            <a:ext cx="11573510" cy="4740275"/>
            <a:chOff x="203" y="2704"/>
            <a:chExt cx="13669" cy="7732"/>
          </a:xfrm>
        </p:grpSpPr>
        <p:sp>
          <p:nvSpPr>
            <p:cNvPr id="182" name="Shape 2"/>
            <p:cNvSpPr/>
            <p:nvPr/>
          </p:nvSpPr>
          <p:spPr>
            <a:xfrm>
              <a:off x="2520" y="4548"/>
              <a:ext cx="9307" cy="1382"/>
            </a:xfrm>
            <a:prstGeom prst="roundRect">
              <a:avLst>
                <a:gd name="adj" fmla="val 5587"/>
              </a:avLst>
            </a:prstGeom>
            <a:solidFill>
              <a:srgbClr val="E54C5E">
                <a:lumMod val="20000"/>
                <a:lumOff val="80000"/>
              </a:srgbClr>
            </a:solidFill>
            <a:ln w="12700">
              <a:gradFill>
                <a:gsLst>
                  <a:gs pos="0">
                    <a:srgbClr val="F35257">
                      <a:alpha val="44000"/>
                    </a:srgbClr>
                  </a:gs>
                  <a:gs pos="98000">
                    <a:srgbClr val="C00000"/>
                  </a:gs>
                </a:gsLst>
                <a:lin ang="16200000" scaled="1"/>
              </a:gradFill>
              <a:prstDash val="solid"/>
            </a:ln>
          </p:spPr>
        </p:sp>
        <p:sp>
          <p:nvSpPr>
            <p:cNvPr id="2" name="Shape 2"/>
            <p:cNvSpPr/>
            <p:nvPr/>
          </p:nvSpPr>
          <p:spPr>
            <a:xfrm>
              <a:off x="8173" y="4620"/>
              <a:ext cx="3517" cy="1224"/>
            </a:xfrm>
            <a:prstGeom prst="roundRect">
              <a:avLst>
                <a:gd name="adj" fmla="val 5587"/>
              </a:avLst>
            </a:prstGeom>
            <a:solidFill>
              <a:srgbClr val="FEF2F3"/>
            </a:solidFill>
            <a:ln w="12700">
              <a:noFill/>
              <a:prstDash val="solid"/>
            </a:ln>
          </p:spPr>
        </p:sp>
        <p:sp>
          <p:nvSpPr>
            <p:cNvPr id="190" name="Shape 2"/>
            <p:cNvSpPr/>
            <p:nvPr/>
          </p:nvSpPr>
          <p:spPr>
            <a:xfrm>
              <a:off x="2652" y="4620"/>
              <a:ext cx="5424" cy="1224"/>
            </a:xfrm>
            <a:prstGeom prst="roundRect">
              <a:avLst>
                <a:gd name="adj" fmla="val 5587"/>
              </a:avLst>
            </a:prstGeom>
            <a:solidFill>
              <a:srgbClr val="FEF2F3"/>
            </a:solidFill>
            <a:ln w="12700">
              <a:noFill/>
              <a:prstDash val="solid"/>
            </a:ln>
          </p:spPr>
        </p:sp>
        <p:sp>
          <p:nvSpPr>
            <p:cNvPr id="179" name="Shape 2"/>
            <p:cNvSpPr/>
            <p:nvPr/>
          </p:nvSpPr>
          <p:spPr>
            <a:xfrm>
              <a:off x="427" y="4548"/>
              <a:ext cx="2040" cy="1382"/>
            </a:xfrm>
            <a:prstGeom prst="roundRect">
              <a:avLst>
                <a:gd name="adj" fmla="val 7814"/>
              </a:avLst>
            </a:prstGeom>
            <a:gradFill>
              <a:gsLst>
                <a:gs pos="0">
                  <a:srgbClr val="F35257">
                    <a:alpha val="84000"/>
                  </a:srgbClr>
                </a:gs>
                <a:gs pos="100000">
                  <a:srgbClr val="C00000"/>
                </a:gs>
              </a:gsLst>
              <a:lin ang="13500000" scaled="0"/>
            </a:gradFill>
            <a:ln w="12700">
              <a:gradFill>
                <a:gsLst>
                  <a:gs pos="0">
                    <a:srgbClr val="F35257">
                      <a:alpha val="44000"/>
                    </a:srgbClr>
                  </a:gs>
                  <a:gs pos="98000">
                    <a:srgbClr val="C00000"/>
                  </a:gs>
                </a:gsLst>
                <a:lin ang="16200000" scaled="1"/>
              </a:gradFill>
              <a:prstDash val="solid"/>
            </a:ln>
          </p:spPr>
        </p:sp>
        <p:sp>
          <p:nvSpPr>
            <p:cNvPr id="176" name="Shape 2"/>
            <p:cNvSpPr/>
            <p:nvPr/>
          </p:nvSpPr>
          <p:spPr>
            <a:xfrm>
              <a:off x="427" y="2705"/>
              <a:ext cx="2040" cy="606"/>
            </a:xfrm>
            <a:prstGeom prst="roundRect">
              <a:avLst>
                <a:gd name="adj" fmla="val 13158"/>
              </a:avLst>
            </a:prstGeom>
            <a:gradFill>
              <a:gsLst>
                <a:gs pos="0">
                  <a:srgbClr val="F35257">
                    <a:alpha val="84000"/>
                  </a:srgbClr>
                </a:gs>
                <a:gs pos="100000">
                  <a:srgbClr val="C00000"/>
                </a:gs>
              </a:gsLst>
              <a:lin ang="13500000" scaled="0"/>
            </a:gradFill>
            <a:ln w="12700">
              <a:gradFill>
                <a:gsLst>
                  <a:gs pos="0">
                    <a:srgbClr val="F35257">
                      <a:alpha val="44000"/>
                    </a:srgbClr>
                  </a:gs>
                  <a:gs pos="98000">
                    <a:srgbClr val="C00000"/>
                  </a:gs>
                </a:gsLst>
                <a:lin ang="16200000" scaled="1"/>
              </a:gradFill>
              <a:prstDash val="solid"/>
            </a:ln>
          </p:spPr>
        </p:sp>
        <p:sp>
          <p:nvSpPr>
            <p:cNvPr id="175" name="Shape 2"/>
            <p:cNvSpPr/>
            <p:nvPr/>
          </p:nvSpPr>
          <p:spPr>
            <a:xfrm>
              <a:off x="427" y="3546"/>
              <a:ext cx="2040" cy="750"/>
            </a:xfrm>
            <a:prstGeom prst="roundRect">
              <a:avLst>
                <a:gd name="adj" fmla="val 13158"/>
              </a:avLst>
            </a:prstGeom>
            <a:gradFill>
              <a:gsLst>
                <a:gs pos="0">
                  <a:srgbClr val="F35257">
                    <a:alpha val="84000"/>
                  </a:srgbClr>
                </a:gs>
                <a:gs pos="100000">
                  <a:srgbClr val="C00000"/>
                </a:gs>
              </a:gsLst>
              <a:lin ang="13500000" scaled="0"/>
            </a:gradFill>
            <a:ln w="12700">
              <a:gradFill>
                <a:gsLst>
                  <a:gs pos="0">
                    <a:srgbClr val="F35257">
                      <a:alpha val="44000"/>
                    </a:srgbClr>
                  </a:gs>
                  <a:gs pos="98000">
                    <a:srgbClr val="C00000"/>
                  </a:gs>
                </a:gsLst>
                <a:lin ang="16200000" scaled="1"/>
              </a:gradFill>
              <a:prstDash val="solid"/>
            </a:ln>
          </p:spPr>
        </p:sp>
        <p:sp>
          <p:nvSpPr>
            <p:cNvPr id="170" name="Shape 2"/>
            <p:cNvSpPr/>
            <p:nvPr/>
          </p:nvSpPr>
          <p:spPr>
            <a:xfrm>
              <a:off x="2520" y="3546"/>
              <a:ext cx="9307" cy="750"/>
            </a:xfrm>
            <a:prstGeom prst="roundRect">
              <a:avLst>
                <a:gd name="adj" fmla="val 13158"/>
              </a:avLst>
            </a:prstGeom>
            <a:solidFill>
              <a:srgbClr val="E54C5E">
                <a:lumMod val="20000"/>
                <a:lumOff val="80000"/>
              </a:srgbClr>
            </a:solidFill>
            <a:ln w="12700">
              <a:gradFill>
                <a:gsLst>
                  <a:gs pos="0">
                    <a:srgbClr val="F35257">
                      <a:alpha val="44000"/>
                    </a:srgbClr>
                  </a:gs>
                  <a:gs pos="98000">
                    <a:srgbClr val="C00000"/>
                  </a:gs>
                </a:gsLst>
                <a:lin ang="16200000" scaled="1"/>
              </a:gradFill>
              <a:prstDash val="solid"/>
            </a:ln>
          </p:spPr>
        </p:sp>
        <p:sp>
          <p:nvSpPr>
            <p:cNvPr id="3" name="Shape 2"/>
            <p:cNvSpPr/>
            <p:nvPr/>
          </p:nvSpPr>
          <p:spPr>
            <a:xfrm>
              <a:off x="2520" y="2705"/>
              <a:ext cx="9307" cy="605"/>
            </a:xfrm>
            <a:prstGeom prst="roundRect">
              <a:avLst>
                <a:gd name="adj" fmla="val 13158"/>
              </a:avLst>
            </a:prstGeom>
            <a:solidFill>
              <a:srgbClr val="E54C5E">
                <a:lumMod val="20000"/>
                <a:lumOff val="80000"/>
              </a:srgbClr>
            </a:solidFill>
            <a:ln w="12700">
              <a:gradFill>
                <a:gsLst>
                  <a:gs pos="0">
                    <a:srgbClr val="F35257">
                      <a:alpha val="44000"/>
                    </a:srgbClr>
                  </a:gs>
                  <a:gs pos="98000">
                    <a:srgbClr val="C00000"/>
                  </a:gs>
                </a:gsLst>
                <a:lin ang="16200000" scaled="1"/>
              </a:gradFill>
              <a:prstDash val="solid"/>
            </a:ln>
          </p:spPr>
        </p:sp>
        <p:sp>
          <p:nvSpPr>
            <p:cNvPr id="8" name="Text 3"/>
            <p:cNvSpPr/>
            <p:nvPr/>
          </p:nvSpPr>
          <p:spPr>
            <a:xfrm>
              <a:off x="429" y="2704"/>
              <a:ext cx="2038" cy="437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p>
              <a:pPr marL="0" indent="0" algn="ctr">
                <a:buNone/>
              </a:pPr>
              <a:r>
                <a:rPr lang="zh-CN" altLang="en-US" sz="1600" b="1" dirty="0">
                  <a:solidFill>
                    <a:sysClr val="window" lastClr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</a:rPr>
                <a:t>触点层</a:t>
              </a:r>
              <a:endParaRPr lang="zh-CN" altLang="en-US" sz="16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</a:endParaRPr>
            </a:p>
          </p:txBody>
        </p:sp>
        <p:sp>
          <p:nvSpPr>
            <p:cNvPr id="10" name="Text 4"/>
            <p:cNvSpPr/>
            <p:nvPr/>
          </p:nvSpPr>
          <p:spPr>
            <a:xfrm>
              <a:off x="538" y="3076"/>
              <a:ext cx="1817" cy="259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p>
              <a:pPr marL="0" indent="0" algn="ctr">
                <a:buNone/>
              </a:pPr>
              <a:endParaRPr lang="en-US" sz="880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</a:endParaRPr>
            </a:p>
          </p:txBody>
        </p:sp>
        <p:sp>
          <p:nvSpPr>
            <p:cNvPr id="11" name="Shape 5"/>
            <p:cNvSpPr/>
            <p:nvPr/>
          </p:nvSpPr>
          <p:spPr>
            <a:xfrm>
              <a:off x="3618" y="2837"/>
              <a:ext cx="5511" cy="340"/>
            </a:xfrm>
            <a:prstGeom prst="roundRect">
              <a:avLst>
                <a:gd name="adj" fmla="val 12566"/>
              </a:avLst>
            </a:prstGeom>
            <a:solidFill>
              <a:srgbClr val="FEF2F3"/>
            </a:solidFill>
            <a:ln w="15240">
              <a:solidFill>
                <a:srgbClr val="FFD2D0"/>
              </a:solidFill>
              <a:prstDash val="solid"/>
            </a:ln>
          </p:spPr>
          <p:txBody>
            <a:bodyPr lIns="36195" rIns="36195" anchor="ctr" anchorCtr="0"/>
            <a:p>
              <a:pPr algn="ctr" fontAlgn="ctr"/>
              <a:r>
                <a:rPr 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rPr>
                <a:t>e</a:t>
              </a:r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rPr>
                <a:t>企研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endParaRPr>
            </a:p>
          </p:txBody>
        </p:sp>
        <p:sp>
          <p:nvSpPr>
            <p:cNvPr id="12" name="Text 17"/>
            <p:cNvSpPr/>
            <p:nvPr/>
          </p:nvSpPr>
          <p:spPr>
            <a:xfrm>
              <a:off x="422" y="3642"/>
              <a:ext cx="2038" cy="547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p>
              <a:pPr marL="0" indent="0" algn="ctr">
                <a:buNone/>
              </a:pPr>
              <a:r>
                <a:rPr lang="en-US" sz="1500" b="1" dirty="0">
                  <a:solidFill>
                    <a:sysClr val="window" lastClr="FFFFFF"/>
                  </a:solidFill>
                  <a:latin typeface="PingFang SC" panose="020B0400000000000000" pitchFamily="34" charset="-122"/>
                  <a:ea typeface="PingFang SC" panose="020B0400000000000000" pitchFamily="34" charset="-122"/>
                  <a:cs typeface="PingFang SC" panose="020B0400000000000000" pitchFamily="34" charset="-120"/>
                </a:rPr>
                <a:t>接入层</a:t>
              </a:r>
              <a:endParaRPr lang="en-US" sz="1500" b="1" dirty="0">
                <a:solidFill>
                  <a:sysClr val="window" lastClr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endParaRPr>
            </a:p>
          </p:txBody>
        </p:sp>
        <p:sp>
          <p:nvSpPr>
            <p:cNvPr id="13" name="Text 18"/>
            <p:cNvSpPr/>
            <p:nvPr/>
          </p:nvSpPr>
          <p:spPr>
            <a:xfrm>
              <a:off x="212" y="3993"/>
              <a:ext cx="2469" cy="259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p>
              <a:pPr marL="0" indent="0" algn="ctr">
                <a:buNone/>
              </a:pPr>
              <a:endParaRPr lang="en-US" sz="880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</a:endParaRPr>
            </a:p>
          </p:txBody>
        </p:sp>
        <p:sp>
          <p:nvSpPr>
            <p:cNvPr id="16" name="Text 33"/>
            <p:cNvSpPr/>
            <p:nvPr/>
          </p:nvSpPr>
          <p:spPr>
            <a:xfrm>
              <a:off x="320" y="4927"/>
              <a:ext cx="2246" cy="69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p>
              <a:pPr marL="0" indent="0" algn="ctr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</a:rPr>
                <a:t>Agent编排层</a:t>
              </a:r>
              <a:endParaRPr lang="en-US" sz="1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  <p:sp>
          <p:nvSpPr>
            <p:cNvPr id="38" name="Text 34"/>
            <p:cNvSpPr/>
            <p:nvPr/>
          </p:nvSpPr>
          <p:spPr>
            <a:xfrm>
              <a:off x="299" y="5354"/>
              <a:ext cx="2296" cy="259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p>
              <a:pPr marL="0" indent="0" algn="ctr">
                <a:buNone/>
              </a:pPr>
              <a:endParaRPr lang="en-US" sz="86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</a:endParaRPr>
            </a:p>
          </p:txBody>
        </p:sp>
        <p:sp>
          <p:nvSpPr>
            <p:cNvPr id="40" name="Text 36"/>
            <p:cNvSpPr/>
            <p:nvPr/>
          </p:nvSpPr>
          <p:spPr>
            <a:xfrm>
              <a:off x="3833" y="4668"/>
              <a:ext cx="3062" cy="259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p>
              <a:pPr marL="0" indent="0" algn="ctr">
                <a:buNone/>
              </a:pPr>
              <a:r>
                <a:rPr lang="en-US" sz="11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</a:rPr>
                <a:t>编排能力（</a:t>
              </a:r>
              <a:r>
                <a:rPr lang="zh-CN" altLang="en-US" sz="11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</a:rPr>
                <a:t>灵犀</a:t>
              </a:r>
              <a:r>
                <a:rPr lang="en-US" sz="11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</a:rPr>
                <a:t>）</a:t>
              </a:r>
              <a:endParaRPr lang="en-US" sz="11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  <p:sp>
          <p:nvSpPr>
            <p:cNvPr id="41" name="Text 37"/>
            <p:cNvSpPr/>
            <p:nvPr/>
          </p:nvSpPr>
          <p:spPr>
            <a:xfrm>
              <a:off x="9129" y="4668"/>
              <a:ext cx="1605" cy="259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p>
              <a:pPr marL="0" indent="0" algn="ctr">
                <a:buNone/>
              </a:pPr>
              <a:r>
                <a:rPr lang="en-US" sz="11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</a:rPr>
                <a:t>子智能体</a:t>
              </a:r>
              <a:endParaRPr lang="en-US" sz="11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</a:endParaRPr>
            </a:p>
          </p:txBody>
        </p:sp>
        <p:sp>
          <p:nvSpPr>
            <p:cNvPr id="169" name="Shape 5"/>
            <p:cNvSpPr/>
            <p:nvPr/>
          </p:nvSpPr>
          <p:spPr>
            <a:xfrm>
              <a:off x="9423" y="2838"/>
              <a:ext cx="2267" cy="340"/>
            </a:xfrm>
            <a:prstGeom prst="roundRect">
              <a:avLst>
                <a:gd name="adj" fmla="val 12566"/>
              </a:avLst>
            </a:prstGeom>
            <a:solidFill>
              <a:srgbClr val="FEF2F3"/>
            </a:solidFill>
            <a:ln w="15240">
              <a:solidFill>
                <a:srgbClr val="FFD2D0"/>
              </a:solidFill>
              <a:prstDash val="solid"/>
            </a:ln>
          </p:spPr>
          <p:txBody>
            <a:bodyPr lIns="36195" rIns="36195" anchor="ctr" anchorCtr="0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OPPOSans R" panose="00020600040101010101" charset="-122"/>
                </a:rPr>
                <a:t>预留</a:t>
              </a:r>
              <a:r>
                <a:rPr lang="en-US" altLang="zh-CN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rPr>
                <a:t>IDE/CLI</a:t>
              </a:r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rPr>
                <a:t>的</a:t>
              </a:r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OPPOSans R" panose="00020600040101010101" charset="-122"/>
                </a:rPr>
                <a:t>接入能力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OPPOSans R" panose="00020600040101010101" charset="-122"/>
              </a:endParaRPr>
            </a:p>
          </p:txBody>
        </p:sp>
        <p:sp>
          <p:nvSpPr>
            <p:cNvPr id="171" name="Shape 5"/>
            <p:cNvSpPr/>
            <p:nvPr/>
          </p:nvSpPr>
          <p:spPr>
            <a:xfrm>
              <a:off x="2651" y="3893"/>
              <a:ext cx="2041" cy="340"/>
            </a:xfrm>
            <a:prstGeom prst="roundRect">
              <a:avLst>
                <a:gd name="adj" fmla="val 12566"/>
              </a:avLst>
            </a:prstGeom>
            <a:solidFill>
              <a:srgbClr val="FEF2F3"/>
            </a:solidFill>
            <a:ln w="15240">
              <a:solidFill>
                <a:srgbClr val="FFD2D0"/>
              </a:solidFill>
              <a:prstDash val="solid"/>
            </a:ln>
          </p:spPr>
          <p:txBody>
            <a:bodyPr lIns="36195" rIns="36195" anchor="ctr" anchorCtr="1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OPPOSans R" panose="00020600040101010101" charset="-122"/>
                </a:rPr>
                <a:t>用户鉴权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  <a:sym typeface="OPPOSans R" panose="00020600040101010101" charset="-122"/>
              </a:endParaRPr>
            </a:p>
          </p:txBody>
        </p:sp>
        <p:sp>
          <p:nvSpPr>
            <p:cNvPr id="172" name="Shape 5"/>
            <p:cNvSpPr/>
            <p:nvPr/>
          </p:nvSpPr>
          <p:spPr>
            <a:xfrm>
              <a:off x="4985" y="3893"/>
              <a:ext cx="2040" cy="340"/>
            </a:xfrm>
            <a:prstGeom prst="roundRect">
              <a:avLst>
                <a:gd name="adj" fmla="val 12566"/>
              </a:avLst>
            </a:prstGeom>
            <a:solidFill>
              <a:srgbClr val="FEF2F3"/>
            </a:solidFill>
            <a:ln w="15240">
              <a:solidFill>
                <a:srgbClr val="FFD2D0"/>
              </a:solidFill>
              <a:prstDash val="solid"/>
            </a:ln>
          </p:spPr>
          <p:txBody>
            <a:bodyPr lIns="36195" rIns="36195" anchor="ctr" anchorCtr="1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OPPOSans R" panose="00020600040101010101" charset="-122"/>
                </a:rPr>
                <a:t>交易路由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  <a:sym typeface="OPPOSans R" panose="00020600040101010101" charset="-122"/>
              </a:endParaRPr>
            </a:p>
          </p:txBody>
        </p:sp>
        <p:sp>
          <p:nvSpPr>
            <p:cNvPr id="173" name="Shape 5"/>
            <p:cNvSpPr/>
            <p:nvPr/>
          </p:nvSpPr>
          <p:spPr>
            <a:xfrm>
              <a:off x="7318" y="3893"/>
              <a:ext cx="2040" cy="340"/>
            </a:xfrm>
            <a:prstGeom prst="roundRect">
              <a:avLst>
                <a:gd name="adj" fmla="val 12566"/>
              </a:avLst>
            </a:prstGeom>
            <a:solidFill>
              <a:srgbClr val="FEF2F3"/>
            </a:solidFill>
            <a:ln w="15240">
              <a:solidFill>
                <a:srgbClr val="FFD2D0"/>
              </a:solidFill>
              <a:prstDash val="solid"/>
            </a:ln>
          </p:spPr>
          <p:txBody>
            <a:bodyPr lIns="36195" rIns="36195" anchor="ctr" anchorCtr="1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OPPOSans R" panose="00020600040101010101" charset="-122"/>
                </a:rPr>
                <a:t>长短连接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  <a:sym typeface="OPPOSans R" panose="00020600040101010101" charset="-122"/>
              </a:endParaRPr>
            </a:p>
          </p:txBody>
        </p:sp>
        <p:sp>
          <p:nvSpPr>
            <p:cNvPr id="174" name="Shape 5"/>
            <p:cNvSpPr/>
            <p:nvPr/>
          </p:nvSpPr>
          <p:spPr>
            <a:xfrm>
              <a:off x="9651" y="3893"/>
              <a:ext cx="2040" cy="340"/>
            </a:xfrm>
            <a:prstGeom prst="roundRect">
              <a:avLst>
                <a:gd name="adj" fmla="val 12566"/>
              </a:avLst>
            </a:prstGeom>
            <a:solidFill>
              <a:srgbClr val="FEF2F3"/>
            </a:solidFill>
            <a:ln w="15240">
              <a:solidFill>
                <a:srgbClr val="FFD2D0"/>
              </a:solidFill>
              <a:prstDash val="solid"/>
            </a:ln>
          </p:spPr>
          <p:txBody>
            <a:bodyPr lIns="36195" rIns="36195" anchor="ctr" anchorCtr="1"/>
            <a:p>
              <a:pPr algn="ctr" fontAlgn="ctr"/>
              <a:r>
                <a:rPr lang="en-US" altLang="zh-CN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OPPOSans R" panose="00020600040101010101" charset="-122"/>
                </a:rPr>
                <a:t>......</a:t>
              </a:r>
              <a:endParaRPr lang="en-US" altLang="zh-CN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  <a:sym typeface="OPPOSans R" panose="00020600040101010101" charset="-122"/>
              </a:endParaRPr>
            </a:p>
          </p:txBody>
        </p:sp>
        <p:sp>
          <p:nvSpPr>
            <p:cNvPr id="185" name="Shape 5"/>
            <p:cNvSpPr/>
            <p:nvPr/>
          </p:nvSpPr>
          <p:spPr>
            <a:xfrm>
              <a:off x="2792" y="4981"/>
              <a:ext cx="1701" cy="340"/>
            </a:xfrm>
            <a:prstGeom prst="roundRect">
              <a:avLst>
                <a:gd name="adj" fmla="val 12566"/>
              </a:avLst>
            </a:prstGeom>
            <a:solidFill>
              <a:sysClr val="window" lastClr="FFFFFF"/>
            </a:solidFill>
            <a:ln w="15240">
              <a:solidFill>
                <a:srgbClr val="FFD2D0">
                  <a:alpha val="50000"/>
                </a:srgbClr>
              </a:solidFill>
              <a:prstDash val="solid"/>
            </a:ln>
          </p:spPr>
          <p:txBody>
            <a:bodyPr lIns="0" rIns="0" anchor="ctr" anchorCtr="1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OPPOSans R" panose="00020600040101010101" charset="-122"/>
                </a:rPr>
                <a:t>任务拆解与路由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  <a:sym typeface="OPPOSans R" panose="00020600040101010101" charset="-122"/>
              </a:endParaRPr>
            </a:p>
          </p:txBody>
        </p:sp>
        <p:sp>
          <p:nvSpPr>
            <p:cNvPr id="186" name="Shape 5"/>
            <p:cNvSpPr/>
            <p:nvPr/>
          </p:nvSpPr>
          <p:spPr>
            <a:xfrm>
              <a:off x="4575" y="5000"/>
              <a:ext cx="1700" cy="340"/>
            </a:xfrm>
            <a:prstGeom prst="roundRect">
              <a:avLst>
                <a:gd name="adj" fmla="val 12566"/>
              </a:avLst>
            </a:prstGeom>
            <a:solidFill>
              <a:sysClr val="window" lastClr="FFFFFF"/>
            </a:solidFill>
            <a:ln w="15240">
              <a:solidFill>
                <a:srgbClr val="FFD2D0">
                  <a:alpha val="50000"/>
                </a:srgbClr>
              </a:solidFill>
              <a:prstDash val="solid"/>
            </a:ln>
          </p:spPr>
          <p:txBody>
            <a:bodyPr lIns="0" rIns="0" anchor="ctr" anchorCtr="1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OPPOSans R" panose="00020600040101010101" charset="-122"/>
                </a:rPr>
                <a:t>多</a:t>
              </a:r>
              <a:r>
                <a:rPr lang="en-US" altLang="zh-CN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rPr>
                <a:t>Agent</a:t>
              </a:r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OPPOSans R" panose="00020600040101010101" charset="-122"/>
                </a:rPr>
                <a:t>协同调度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OPPOSans R" panose="00020600040101010101" charset="-122"/>
              </a:endParaRPr>
            </a:p>
          </p:txBody>
        </p:sp>
        <p:sp>
          <p:nvSpPr>
            <p:cNvPr id="18" name="Shape 5"/>
            <p:cNvSpPr/>
            <p:nvPr/>
          </p:nvSpPr>
          <p:spPr>
            <a:xfrm>
              <a:off x="6357" y="5001"/>
              <a:ext cx="1587" cy="340"/>
            </a:xfrm>
            <a:prstGeom prst="roundRect">
              <a:avLst>
                <a:gd name="adj" fmla="val 12566"/>
              </a:avLst>
            </a:prstGeom>
            <a:solidFill>
              <a:sysClr val="window" lastClr="FFFFFF"/>
            </a:solidFill>
            <a:ln w="15240">
              <a:solidFill>
                <a:srgbClr val="FFD2D0">
                  <a:alpha val="50000"/>
                </a:srgbClr>
              </a:solidFill>
              <a:prstDash val="solid"/>
            </a:ln>
          </p:spPr>
          <p:txBody>
            <a:bodyPr lIns="36195" rIns="36195" anchor="ctr" anchorCtr="1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OPPOSans R" panose="00020600040101010101" charset="-122"/>
                </a:rPr>
                <a:t>工作流</a:t>
              </a:r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OPPOSans R" panose="00020600040101010101" charset="-122"/>
                </a:rPr>
                <a:t>编排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  <a:sym typeface="OPPOSans R" panose="00020600040101010101" charset="-122"/>
              </a:endParaRPr>
            </a:p>
          </p:txBody>
        </p:sp>
        <p:sp>
          <p:nvSpPr>
            <p:cNvPr id="39" name="Shape 5"/>
            <p:cNvSpPr/>
            <p:nvPr/>
          </p:nvSpPr>
          <p:spPr>
            <a:xfrm>
              <a:off x="8353" y="4991"/>
              <a:ext cx="1587" cy="340"/>
            </a:xfrm>
            <a:prstGeom prst="roundRect">
              <a:avLst>
                <a:gd name="adj" fmla="val 12566"/>
              </a:avLst>
            </a:prstGeom>
            <a:solidFill>
              <a:sysClr val="window" lastClr="FFFFFF"/>
            </a:solidFill>
            <a:ln w="15240">
              <a:solidFill>
                <a:srgbClr val="FFD2D0">
                  <a:alpha val="50000"/>
                </a:srgbClr>
              </a:solidFill>
              <a:prstDash val="solid"/>
            </a:ln>
          </p:spPr>
          <p:txBody>
            <a:bodyPr lIns="36195" rIns="36195" anchor="ctr" anchorCtr="1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rPr>
                <a:t>测试设计</a:t>
              </a:r>
              <a:r>
                <a:rPr lang="en-US" altLang="zh-CN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rPr>
                <a:t>Agent</a:t>
              </a:r>
              <a:endParaRPr lang="en-US" altLang="zh-CN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endParaRPr>
            </a:p>
          </p:txBody>
        </p:sp>
        <p:sp>
          <p:nvSpPr>
            <p:cNvPr id="42" name="Shape 5"/>
            <p:cNvSpPr/>
            <p:nvPr/>
          </p:nvSpPr>
          <p:spPr>
            <a:xfrm>
              <a:off x="10000" y="5000"/>
              <a:ext cx="1587" cy="340"/>
            </a:xfrm>
            <a:prstGeom prst="roundRect">
              <a:avLst>
                <a:gd name="adj" fmla="val 12566"/>
              </a:avLst>
            </a:prstGeom>
            <a:solidFill>
              <a:sysClr val="window" lastClr="FFFFFF"/>
            </a:solidFill>
            <a:ln w="15240">
              <a:solidFill>
                <a:srgbClr val="FFD2D0">
                  <a:alpha val="50000"/>
                </a:srgbClr>
              </a:solidFill>
              <a:prstDash val="solid"/>
            </a:ln>
          </p:spPr>
          <p:txBody>
            <a:bodyPr lIns="36195" rIns="36195" anchor="ctr" anchorCtr="1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OPPOSans R" panose="00020600040101010101" charset="-122"/>
                </a:rPr>
                <a:t>数据生成</a:t>
              </a:r>
              <a:r>
                <a:rPr lang="en-US" altLang="zh-CN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rPr>
                <a:t>Agent</a:t>
              </a:r>
              <a:endParaRPr lang="en-US" altLang="zh-CN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endParaRPr>
            </a:p>
          </p:txBody>
        </p:sp>
        <p:sp>
          <p:nvSpPr>
            <p:cNvPr id="43" name="Shape 5"/>
            <p:cNvSpPr/>
            <p:nvPr/>
          </p:nvSpPr>
          <p:spPr>
            <a:xfrm>
              <a:off x="2792" y="5385"/>
              <a:ext cx="1701" cy="340"/>
            </a:xfrm>
            <a:prstGeom prst="roundRect">
              <a:avLst>
                <a:gd name="adj" fmla="val 12566"/>
              </a:avLst>
            </a:prstGeom>
            <a:solidFill>
              <a:sysClr val="window" lastClr="FFFFFF"/>
            </a:solidFill>
            <a:ln w="15240">
              <a:solidFill>
                <a:srgbClr val="FFD2D0">
                  <a:alpha val="50000"/>
                </a:srgbClr>
              </a:solidFill>
              <a:prstDash val="solid"/>
            </a:ln>
          </p:spPr>
          <p:txBody>
            <a:bodyPr lIns="0" rIns="0" anchor="ctr" anchorCtr="1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OPPOSans R" panose="00020600040101010101" charset="-122"/>
                </a:rPr>
                <a:t>上下文传递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  <a:sym typeface="OPPOSans R" panose="00020600040101010101" charset="-122"/>
              </a:endParaRPr>
            </a:p>
          </p:txBody>
        </p:sp>
        <p:sp>
          <p:nvSpPr>
            <p:cNvPr id="49" name="Shape 5"/>
            <p:cNvSpPr/>
            <p:nvPr/>
          </p:nvSpPr>
          <p:spPr>
            <a:xfrm>
              <a:off x="4575" y="5404"/>
              <a:ext cx="1700" cy="340"/>
            </a:xfrm>
            <a:prstGeom prst="roundRect">
              <a:avLst>
                <a:gd name="adj" fmla="val 12566"/>
              </a:avLst>
            </a:prstGeom>
            <a:solidFill>
              <a:sysClr val="window" lastClr="FFFFFF"/>
            </a:solidFill>
            <a:ln w="15240">
              <a:solidFill>
                <a:srgbClr val="FFD2D0">
                  <a:alpha val="50000"/>
                </a:srgbClr>
              </a:solidFill>
              <a:prstDash val="solid"/>
            </a:ln>
          </p:spPr>
          <p:txBody>
            <a:bodyPr lIns="0" rIns="0" anchor="ctr" anchorCtr="1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OPPOSans R" panose="00020600040101010101" charset="-122"/>
                </a:rPr>
                <a:t>状态管理与恢复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  <a:sym typeface="OPPOSans R" panose="00020600040101010101" charset="-122"/>
              </a:endParaRPr>
            </a:p>
          </p:txBody>
        </p:sp>
        <p:sp>
          <p:nvSpPr>
            <p:cNvPr id="50" name="Shape 5"/>
            <p:cNvSpPr/>
            <p:nvPr/>
          </p:nvSpPr>
          <p:spPr>
            <a:xfrm>
              <a:off x="6357" y="5405"/>
              <a:ext cx="1587" cy="340"/>
            </a:xfrm>
            <a:prstGeom prst="roundRect">
              <a:avLst>
                <a:gd name="adj" fmla="val 12566"/>
              </a:avLst>
            </a:prstGeom>
            <a:solidFill>
              <a:sysClr val="window" lastClr="FFFFFF"/>
            </a:solidFill>
            <a:ln w="15240">
              <a:solidFill>
                <a:srgbClr val="FFD2D0">
                  <a:alpha val="50000"/>
                </a:srgbClr>
              </a:solidFill>
              <a:prstDash val="solid"/>
            </a:ln>
          </p:spPr>
          <p:txBody>
            <a:bodyPr lIns="36195" rIns="36195" anchor="ctr" anchorCtr="1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OPPOSans R" panose="00020600040101010101" charset="-122"/>
                </a:rPr>
                <a:t>执行策赔控制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  <a:sym typeface="OPPOSans R" panose="00020600040101010101" charset="-122"/>
              </a:endParaRPr>
            </a:p>
          </p:txBody>
        </p:sp>
        <p:sp>
          <p:nvSpPr>
            <p:cNvPr id="88" name="Shape 5"/>
            <p:cNvSpPr/>
            <p:nvPr/>
          </p:nvSpPr>
          <p:spPr>
            <a:xfrm>
              <a:off x="8353" y="5395"/>
              <a:ext cx="1587" cy="340"/>
            </a:xfrm>
            <a:prstGeom prst="roundRect">
              <a:avLst>
                <a:gd name="adj" fmla="val 12566"/>
              </a:avLst>
            </a:prstGeom>
            <a:solidFill>
              <a:sysClr val="window" lastClr="FFFFFF"/>
            </a:solidFill>
            <a:ln w="15240">
              <a:solidFill>
                <a:srgbClr val="FFD2D0">
                  <a:alpha val="50000"/>
                </a:srgbClr>
              </a:solidFill>
              <a:prstDash val="solid"/>
            </a:ln>
          </p:spPr>
          <p:txBody>
            <a:bodyPr lIns="36195" rIns="36195" anchor="ctr" anchorCtr="1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OPPOSans R" panose="00020600040101010101" charset="-122"/>
                </a:rPr>
                <a:t>脚本生成</a:t>
              </a:r>
              <a:r>
                <a:rPr lang="en-US" altLang="zh-CN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rPr>
                <a:t>Agent</a:t>
              </a:r>
              <a:endParaRPr lang="en-US" altLang="zh-CN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endParaRPr>
            </a:p>
          </p:txBody>
        </p:sp>
        <p:sp>
          <p:nvSpPr>
            <p:cNvPr id="96" name="Shape 5"/>
            <p:cNvSpPr/>
            <p:nvPr/>
          </p:nvSpPr>
          <p:spPr>
            <a:xfrm>
              <a:off x="10000" y="5404"/>
              <a:ext cx="1587" cy="340"/>
            </a:xfrm>
            <a:prstGeom prst="roundRect">
              <a:avLst>
                <a:gd name="adj" fmla="val 12566"/>
              </a:avLst>
            </a:prstGeom>
            <a:solidFill>
              <a:sysClr val="window" lastClr="FFFFFF"/>
            </a:solidFill>
            <a:ln w="15240">
              <a:solidFill>
                <a:srgbClr val="FFD2D0">
                  <a:alpha val="50000"/>
                </a:srgbClr>
              </a:solidFill>
              <a:prstDash val="solid"/>
            </a:ln>
          </p:spPr>
          <p:txBody>
            <a:bodyPr lIns="36195" rIns="36195" anchor="ctr" anchorCtr="1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OPPOSans R" panose="00020600040101010101" charset="-122"/>
                </a:rPr>
                <a:t>结果分析</a:t>
              </a:r>
              <a:r>
                <a:rPr lang="en-US" altLang="zh-CN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rPr>
                <a:t>Agent</a:t>
              </a:r>
              <a:endParaRPr lang="en-US" altLang="zh-CN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endParaRPr>
            </a:p>
          </p:txBody>
        </p:sp>
        <p:sp>
          <p:nvSpPr>
            <p:cNvPr id="97" name="Shape 2"/>
            <p:cNvSpPr/>
            <p:nvPr/>
          </p:nvSpPr>
          <p:spPr>
            <a:xfrm>
              <a:off x="427" y="6214"/>
              <a:ext cx="2040" cy="758"/>
            </a:xfrm>
            <a:prstGeom prst="roundRect">
              <a:avLst>
                <a:gd name="adj" fmla="val 7814"/>
              </a:avLst>
            </a:prstGeom>
            <a:gradFill>
              <a:gsLst>
                <a:gs pos="0">
                  <a:srgbClr val="F35257">
                    <a:alpha val="84000"/>
                  </a:srgbClr>
                </a:gs>
                <a:gs pos="100000">
                  <a:srgbClr val="C00000"/>
                </a:gs>
              </a:gsLst>
              <a:lin ang="13500000" scaled="0"/>
            </a:gradFill>
            <a:ln w="12700">
              <a:gradFill>
                <a:gsLst>
                  <a:gs pos="0">
                    <a:srgbClr val="F35257">
                      <a:alpha val="44000"/>
                    </a:srgbClr>
                  </a:gs>
                  <a:gs pos="98000">
                    <a:srgbClr val="C00000"/>
                  </a:gs>
                </a:gsLst>
                <a:lin ang="16200000" scaled="1"/>
              </a:gradFill>
              <a:prstDash val="solid"/>
            </a:ln>
          </p:spPr>
        </p:sp>
        <p:sp>
          <p:nvSpPr>
            <p:cNvPr id="98" name="Text 59"/>
            <p:cNvSpPr/>
            <p:nvPr/>
          </p:nvSpPr>
          <p:spPr>
            <a:xfrm>
              <a:off x="427" y="6314"/>
              <a:ext cx="2041" cy="49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p>
              <a:pPr marL="0" indent="0" algn="ctr">
                <a:buNone/>
              </a:pPr>
              <a:r>
                <a:rPr lang="en-US" sz="1500" b="1" dirty="0">
                  <a:solidFill>
                    <a:sysClr val="window" lastClr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</a:rPr>
                <a:t>资产层</a:t>
              </a:r>
              <a:endParaRPr lang="en-US" sz="15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</a:endParaRPr>
            </a:p>
          </p:txBody>
        </p:sp>
        <p:sp>
          <p:nvSpPr>
            <p:cNvPr id="100" name="Text 60"/>
            <p:cNvSpPr/>
            <p:nvPr/>
          </p:nvSpPr>
          <p:spPr>
            <a:xfrm>
              <a:off x="427" y="6651"/>
              <a:ext cx="2032" cy="346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p>
              <a:pPr marL="0" indent="0" algn="ctr">
                <a:lnSpc>
                  <a:spcPct val="80000"/>
                </a:lnSpc>
                <a:buNone/>
              </a:pPr>
              <a:endParaRPr lang="en-US" sz="820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</a:endParaRPr>
            </a:p>
          </p:txBody>
        </p:sp>
        <p:sp>
          <p:nvSpPr>
            <p:cNvPr id="105" name="Shape 2"/>
            <p:cNvSpPr/>
            <p:nvPr/>
          </p:nvSpPr>
          <p:spPr>
            <a:xfrm>
              <a:off x="2520" y="6214"/>
              <a:ext cx="9307" cy="758"/>
            </a:xfrm>
            <a:prstGeom prst="roundRect">
              <a:avLst>
                <a:gd name="adj" fmla="val 13158"/>
              </a:avLst>
            </a:prstGeom>
            <a:solidFill>
              <a:srgbClr val="E54C5E">
                <a:lumMod val="20000"/>
                <a:lumOff val="80000"/>
              </a:srgbClr>
            </a:solidFill>
            <a:ln w="12700">
              <a:gradFill>
                <a:gsLst>
                  <a:gs pos="0">
                    <a:srgbClr val="F35257">
                      <a:alpha val="44000"/>
                    </a:srgbClr>
                  </a:gs>
                  <a:gs pos="98000">
                    <a:srgbClr val="C00000"/>
                  </a:gs>
                </a:gsLst>
                <a:lin ang="16200000" scaled="1"/>
              </a:gradFill>
              <a:prstDash val="solid"/>
            </a:ln>
          </p:spPr>
        </p:sp>
        <p:sp>
          <p:nvSpPr>
            <p:cNvPr id="108" name="Shape 5"/>
            <p:cNvSpPr/>
            <p:nvPr/>
          </p:nvSpPr>
          <p:spPr>
            <a:xfrm>
              <a:off x="2651" y="6423"/>
              <a:ext cx="1479" cy="340"/>
            </a:xfrm>
            <a:prstGeom prst="roundRect">
              <a:avLst>
                <a:gd name="adj" fmla="val 12566"/>
              </a:avLst>
            </a:prstGeom>
            <a:solidFill>
              <a:srgbClr val="FEF2F3"/>
            </a:solidFill>
            <a:ln w="15240">
              <a:solidFill>
                <a:srgbClr val="FFD2D0"/>
              </a:solidFill>
              <a:prstDash val="solid"/>
            </a:ln>
          </p:spPr>
          <p:txBody>
            <a:bodyPr lIns="0" rIns="0" anchor="ctr" anchorCtr="0"/>
            <a:p>
              <a:pPr algn="ctr" fontAlgn="ctr"/>
              <a:r>
                <a:rPr lang="en-US" altLang="zh-CN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rPr>
                <a:t>SOP</a:t>
              </a:r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OPPOSans R" panose="00020600040101010101" charset="-122"/>
                </a:rPr>
                <a:t>工作流议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OPPOSans R" panose="00020600040101010101" charset="-122"/>
              </a:endParaRPr>
            </a:p>
          </p:txBody>
        </p:sp>
        <p:sp>
          <p:nvSpPr>
            <p:cNvPr id="109" name="Shape 5"/>
            <p:cNvSpPr/>
            <p:nvPr/>
          </p:nvSpPr>
          <p:spPr>
            <a:xfrm>
              <a:off x="4146" y="6423"/>
              <a:ext cx="1115" cy="340"/>
            </a:xfrm>
            <a:prstGeom prst="roundRect">
              <a:avLst>
                <a:gd name="adj" fmla="val 12566"/>
              </a:avLst>
            </a:prstGeom>
            <a:solidFill>
              <a:srgbClr val="FEF2F3"/>
            </a:solidFill>
            <a:ln w="15240">
              <a:solidFill>
                <a:srgbClr val="FFD2D0"/>
              </a:solidFill>
              <a:prstDash val="solid"/>
            </a:ln>
          </p:spPr>
          <p:txBody>
            <a:bodyPr lIns="0" rIns="0" anchor="ctr" anchorCtr="0"/>
            <a:p>
              <a:pPr algn="ctr" fontAlgn="ctr"/>
              <a:r>
                <a:rPr lang="en-US" altLang="zh-CN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rPr>
                <a:t>Skills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OPPOSans R" panose="00020600040101010101" charset="-122"/>
              </a:endParaRPr>
            </a:p>
          </p:txBody>
        </p:sp>
        <p:sp>
          <p:nvSpPr>
            <p:cNvPr id="110" name="Shape 5"/>
            <p:cNvSpPr/>
            <p:nvPr/>
          </p:nvSpPr>
          <p:spPr>
            <a:xfrm>
              <a:off x="5277" y="6423"/>
              <a:ext cx="1732" cy="340"/>
            </a:xfrm>
            <a:prstGeom prst="roundRect">
              <a:avLst>
                <a:gd name="adj" fmla="val 12566"/>
              </a:avLst>
            </a:prstGeom>
            <a:solidFill>
              <a:srgbClr val="FEF2F3"/>
            </a:solidFill>
            <a:ln w="15240">
              <a:solidFill>
                <a:srgbClr val="FFD2D0"/>
              </a:solidFill>
              <a:prstDash val="solid"/>
            </a:ln>
          </p:spPr>
          <p:txBody>
            <a:bodyPr lIns="0" rIns="0" anchor="ctr" anchorCtr="0"/>
            <a:p>
              <a:pPr algn="ctr" fontAlgn="ctr"/>
              <a:r>
                <a:rPr lang="en-US" altLang="zh-CN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rPr>
                <a:t>Template</a:t>
              </a:r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rPr>
                <a:t>模板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endParaRPr>
            </a:p>
          </p:txBody>
        </p:sp>
        <p:sp>
          <p:nvSpPr>
            <p:cNvPr id="111" name="Shape 5"/>
            <p:cNvSpPr/>
            <p:nvPr/>
          </p:nvSpPr>
          <p:spPr>
            <a:xfrm>
              <a:off x="7025" y="6423"/>
              <a:ext cx="1435" cy="340"/>
            </a:xfrm>
            <a:prstGeom prst="roundRect">
              <a:avLst>
                <a:gd name="adj" fmla="val 12566"/>
              </a:avLst>
            </a:prstGeom>
            <a:solidFill>
              <a:srgbClr val="FEF2F3"/>
            </a:solidFill>
            <a:ln w="15240">
              <a:solidFill>
                <a:srgbClr val="FFD2D0"/>
              </a:solidFill>
              <a:prstDash val="solid"/>
            </a:ln>
          </p:spPr>
          <p:txBody>
            <a:bodyPr lIns="0" rIns="0" anchor="ctr" anchorCtr="0"/>
            <a:p>
              <a:pPr algn="ctr" fontAlgn="ctr"/>
              <a:r>
                <a:rPr lang="en-US" altLang="zh-CN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rPr>
                <a:t>Rules </a:t>
              </a:r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OPPOSans R" panose="00020600040101010101" charset="-122"/>
                </a:rPr>
                <a:t>规则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OPPOSans R" panose="00020600040101010101" charset="-122"/>
              </a:endParaRPr>
            </a:p>
          </p:txBody>
        </p:sp>
        <p:sp>
          <p:nvSpPr>
            <p:cNvPr id="112" name="Shape 5"/>
            <p:cNvSpPr/>
            <p:nvPr/>
          </p:nvSpPr>
          <p:spPr>
            <a:xfrm>
              <a:off x="8476" y="6420"/>
              <a:ext cx="1330" cy="340"/>
            </a:xfrm>
            <a:prstGeom prst="roundRect">
              <a:avLst>
                <a:gd name="adj" fmla="val 12566"/>
              </a:avLst>
            </a:prstGeom>
            <a:solidFill>
              <a:srgbClr val="FEF2F3"/>
            </a:solidFill>
            <a:ln w="15240">
              <a:solidFill>
                <a:srgbClr val="FFD2D0"/>
              </a:solidFill>
              <a:prstDash val="solid"/>
            </a:ln>
          </p:spPr>
          <p:txBody>
            <a:bodyPr lIns="0" rIns="0" anchor="ctr" anchorCtr="0"/>
            <a:p>
              <a:pPr algn="ctr" fontAlgn="ctr"/>
              <a:r>
                <a:rPr lang="en-US" altLang="zh-CN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rPr>
                <a:t>Spec</a:t>
              </a:r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OPPOSans R" panose="00020600040101010101" charset="-122"/>
                </a:rPr>
                <a:t>规格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OPPOSans R" panose="00020600040101010101" charset="-122"/>
              </a:endParaRPr>
            </a:p>
          </p:txBody>
        </p:sp>
        <p:sp>
          <p:nvSpPr>
            <p:cNvPr id="113" name="Shape 5"/>
            <p:cNvSpPr/>
            <p:nvPr/>
          </p:nvSpPr>
          <p:spPr>
            <a:xfrm>
              <a:off x="9822" y="6420"/>
              <a:ext cx="1899" cy="340"/>
            </a:xfrm>
            <a:prstGeom prst="roundRect">
              <a:avLst>
                <a:gd name="adj" fmla="val 12566"/>
              </a:avLst>
            </a:prstGeom>
            <a:solidFill>
              <a:srgbClr val="FEF2F3"/>
            </a:solidFill>
            <a:ln w="15240">
              <a:solidFill>
                <a:srgbClr val="FFD2D0"/>
              </a:solidFill>
              <a:prstDash val="solid"/>
            </a:ln>
          </p:spPr>
          <p:txBody>
            <a:bodyPr lIns="0" rIns="0" anchor="ctr" anchorCtr="0"/>
            <a:p>
              <a:pPr algn="ctr" fontAlgn="ctr"/>
              <a:r>
                <a:rPr lang="en-US" altLang="zh-CN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rPr>
                <a:t>Knowledge</a:t>
              </a:r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rPr>
                <a:t>知识</a:t>
              </a:r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OPPOSans R" panose="00020600040101010101" charset="-122"/>
                </a:rPr>
                <a:t>检索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OPPOSans R" panose="00020600040101010101" charset="-122"/>
              </a:endParaRPr>
            </a:p>
          </p:txBody>
        </p:sp>
        <p:sp>
          <p:nvSpPr>
            <p:cNvPr id="114" name="Shape 2"/>
            <p:cNvSpPr/>
            <p:nvPr/>
          </p:nvSpPr>
          <p:spPr>
            <a:xfrm>
              <a:off x="2520" y="7211"/>
              <a:ext cx="9307" cy="1382"/>
            </a:xfrm>
            <a:prstGeom prst="roundRect">
              <a:avLst>
                <a:gd name="adj" fmla="val 5587"/>
              </a:avLst>
            </a:prstGeom>
            <a:solidFill>
              <a:srgbClr val="E54C5E">
                <a:lumMod val="20000"/>
                <a:lumOff val="80000"/>
              </a:srgbClr>
            </a:solidFill>
            <a:ln w="12700">
              <a:gradFill>
                <a:gsLst>
                  <a:gs pos="0">
                    <a:srgbClr val="F35257">
                      <a:alpha val="44000"/>
                    </a:srgbClr>
                  </a:gs>
                  <a:gs pos="98000">
                    <a:srgbClr val="C00000"/>
                  </a:gs>
                </a:gsLst>
                <a:lin ang="16200000" scaled="1"/>
              </a:gradFill>
              <a:prstDash val="solid"/>
            </a:ln>
          </p:spPr>
        </p:sp>
        <p:sp>
          <p:nvSpPr>
            <p:cNvPr id="115" name="Shape 2"/>
            <p:cNvSpPr/>
            <p:nvPr/>
          </p:nvSpPr>
          <p:spPr>
            <a:xfrm>
              <a:off x="7244" y="7283"/>
              <a:ext cx="4479" cy="1224"/>
            </a:xfrm>
            <a:prstGeom prst="roundRect">
              <a:avLst>
                <a:gd name="adj" fmla="val 5587"/>
              </a:avLst>
            </a:prstGeom>
            <a:solidFill>
              <a:srgbClr val="FEF2F3"/>
            </a:solidFill>
            <a:ln w="12700">
              <a:noFill/>
              <a:prstDash val="solid"/>
            </a:ln>
          </p:spPr>
        </p:sp>
        <p:sp>
          <p:nvSpPr>
            <p:cNvPr id="116" name="Shape 2"/>
            <p:cNvSpPr/>
            <p:nvPr/>
          </p:nvSpPr>
          <p:spPr>
            <a:xfrm>
              <a:off x="2652" y="7283"/>
              <a:ext cx="4479" cy="1224"/>
            </a:xfrm>
            <a:prstGeom prst="roundRect">
              <a:avLst>
                <a:gd name="adj" fmla="val 5587"/>
              </a:avLst>
            </a:prstGeom>
            <a:solidFill>
              <a:srgbClr val="FEF2F3"/>
            </a:solidFill>
            <a:ln w="12700">
              <a:noFill/>
              <a:prstDash val="solid"/>
            </a:ln>
          </p:spPr>
        </p:sp>
        <p:sp>
          <p:nvSpPr>
            <p:cNvPr id="117" name="Shape 2"/>
            <p:cNvSpPr/>
            <p:nvPr/>
          </p:nvSpPr>
          <p:spPr>
            <a:xfrm>
              <a:off x="427" y="7211"/>
              <a:ext cx="2040" cy="1382"/>
            </a:xfrm>
            <a:prstGeom prst="roundRect">
              <a:avLst>
                <a:gd name="adj" fmla="val 7814"/>
              </a:avLst>
            </a:prstGeom>
            <a:gradFill>
              <a:gsLst>
                <a:gs pos="0">
                  <a:srgbClr val="F07974"/>
                </a:gs>
                <a:gs pos="100000">
                  <a:srgbClr val="C00000"/>
                </a:gs>
              </a:gsLst>
              <a:lin ang="13500000" scaled="0"/>
            </a:gradFill>
            <a:ln w="12700">
              <a:gradFill>
                <a:gsLst>
                  <a:gs pos="0">
                    <a:srgbClr val="F35257">
                      <a:alpha val="44000"/>
                    </a:srgbClr>
                  </a:gs>
                  <a:gs pos="98000">
                    <a:srgbClr val="C00000"/>
                  </a:gs>
                </a:gsLst>
                <a:lin ang="16200000" scaled="1"/>
              </a:gradFill>
              <a:prstDash val="solid"/>
            </a:ln>
          </p:spPr>
        </p:sp>
        <p:sp>
          <p:nvSpPr>
            <p:cNvPr id="118" name="Text 33"/>
            <p:cNvSpPr/>
            <p:nvPr/>
          </p:nvSpPr>
          <p:spPr>
            <a:xfrm>
              <a:off x="324" y="7557"/>
              <a:ext cx="2246" cy="69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p>
              <a:pPr marL="0" indent="0" algn="ctr">
                <a:buNone/>
              </a:pPr>
              <a:r>
                <a:rPr lang="en-US" sz="1500" b="1" dirty="0">
                  <a:solidFill>
                    <a:sysClr val="window" lastClr="FFFFFF"/>
                  </a:solidFill>
                  <a:latin typeface="PingFang SC" panose="020B0400000000000000" pitchFamily="34" charset="-122"/>
                  <a:ea typeface="PingFang SC" panose="020B0400000000000000" pitchFamily="34" charset="-122"/>
                  <a:cs typeface="PingFang SC" panose="020B0400000000000000" pitchFamily="34" charset="-120"/>
                  <a:sym typeface="+mn-ea"/>
                </a:rPr>
                <a:t>技能与工具层</a:t>
              </a:r>
              <a:endParaRPr lang="en-US" sz="1500" b="1" dirty="0">
                <a:solidFill>
                  <a:sysClr val="window" lastClr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  <a:sym typeface="+mn-ea"/>
              </a:endParaRPr>
            </a:p>
          </p:txBody>
        </p:sp>
        <p:sp>
          <p:nvSpPr>
            <p:cNvPr id="119" name="Text 36"/>
            <p:cNvSpPr/>
            <p:nvPr/>
          </p:nvSpPr>
          <p:spPr>
            <a:xfrm>
              <a:off x="2824" y="7331"/>
              <a:ext cx="3062" cy="259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p>
              <a:pPr marL="0" indent="0" algn="l">
                <a:buNone/>
              </a:pPr>
              <a:r>
                <a:rPr lang="zh-CN" altLang="en-US" sz="11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</a:rPr>
                <a:t>技能</a:t>
              </a:r>
              <a:r>
                <a:rPr lang="en-US" altLang="zh-CN" sz="11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</a:rPr>
                <a:t>(Skills)</a:t>
              </a:r>
              <a:endParaRPr lang="en-US" altLang="zh-CN" sz="11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  <p:sp>
          <p:nvSpPr>
            <p:cNvPr id="120" name="Text 37"/>
            <p:cNvSpPr/>
            <p:nvPr/>
          </p:nvSpPr>
          <p:spPr>
            <a:xfrm>
              <a:off x="7360" y="7331"/>
              <a:ext cx="1605" cy="259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p>
              <a:pPr marL="0" indent="0" algn="l">
                <a:buNone/>
              </a:pPr>
              <a:r>
                <a:rPr lang="zh-CN" altLang="en-US" sz="11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</a:rPr>
                <a:t>工具</a:t>
              </a:r>
              <a:r>
                <a:rPr lang="en-US" altLang="zh-CN" sz="11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</a:rPr>
                <a:t> (Tools)</a:t>
              </a:r>
              <a:endParaRPr lang="en-US" altLang="zh-CN" sz="11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</a:endParaRPr>
            </a:p>
          </p:txBody>
        </p:sp>
        <p:sp>
          <p:nvSpPr>
            <p:cNvPr id="121" name="Shape 5"/>
            <p:cNvSpPr/>
            <p:nvPr/>
          </p:nvSpPr>
          <p:spPr>
            <a:xfrm>
              <a:off x="2741" y="7644"/>
              <a:ext cx="1436" cy="350"/>
            </a:xfrm>
            <a:prstGeom prst="roundRect">
              <a:avLst>
                <a:gd name="adj" fmla="val 12566"/>
              </a:avLst>
            </a:prstGeom>
            <a:solidFill>
              <a:sysClr val="window" lastClr="FFFFFF"/>
            </a:solidFill>
            <a:ln w="15240">
              <a:solidFill>
                <a:srgbClr val="FFD2D0">
                  <a:alpha val="50000"/>
                </a:srgbClr>
              </a:solidFill>
              <a:prstDash val="solid"/>
            </a:ln>
          </p:spPr>
          <p:txBody>
            <a:bodyPr lIns="0" rIns="0" anchor="ctr" anchorCtr="1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OPPOSans R" panose="00020600040101010101" charset="-122"/>
                </a:rPr>
                <a:t>文档理解与解析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  <a:sym typeface="OPPOSans R" panose="00020600040101010101" charset="-122"/>
              </a:endParaRPr>
            </a:p>
          </p:txBody>
        </p:sp>
        <p:sp>
          <p:nvSpPr>
            <p:cNvPr id="122" name="Shape 5"/>
            <p:cNvSpPr/>
            <p:nvPr/>
          </p:nvSpPr>
          <p:spPr>
            <a:xfrm>
              <a:off x="4309" y="7644"/>
              <a:ext cx="1253" cy="350"/>
            </a:xfrm>
            <a:prstGeom prst="roundRect">
              <a:avLst>
                <a:gd name="adj" fmla="val 12566"/>
              </a:avLst>
            </a:prstGeom>
            <a:solidFill>
              <a:sysClr val="window" lastClr="FFFFFF"/>
            </a:solidFill>
            <a:ln w="15240">
              <a:solidFill>
                <a:srgbClr val="FFD2D0">
                  <a:alpha val="50000"/>
                </a:srgbClr>
              </a:solidFill>
              <a:prstDash val="solid"/>
            </a:ln>
          </p:spPr>
          <p:txBody>
            <a:bodyPr lIns="0" rIns="0" anchor="ctr" anchorCtr="1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OPPOSans R" panose="00020600040101010101" charset="-122"/>
                </a:rPr>
                <a:t>代码结构分析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OPPOSans R" panose="00020600040101010101" charset="-122"/>
              </a:endParaRPr>
            </a:p>
          </p:txBody>
        </p:sp>
        <p:sp>
          <p:nvSpPr>
            <p:cNvPr id="123" name="Shape 5"/>
            <p:cNvSpPr/>
            <p:nvPr/>
          </p:nvSpPr>
          <p:spPr>
            <a:xfrm>
              <a:off x="5694" y="7644"/>
              <a:ext cx="1331" cy="350"/>
            </a:xfrm>
            <a:prstGeom prst="roundRect">
              <a:avLst>
                <a:gd name="adj" fmla="val 12566"/>
              </a:avLst>
            </a:prstGeom>
            <a:solidFill>
              <a:sysClr val="window" lastClr="FFFFFF"/>
            </a:solidFill>
            <a:ln w="15240">
              <a:solidFill>
                <a:srgbClr val="FFD2D0">
                  <a:alpha val="50000"/>
                </a:srgbClr>
              </a:solidFill>
              <a:prstDash val="solid"/>
            </a:ln>
          </p:spPr>
          <p:txBody>
            <a:bodyPr lIns="0" rIns="0" anchor="ctr" anchorCtr="1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OPPOSans R" panose="00020600040101010101" charset="-122"/>
                </a:rPr>
                <a:t>页面结构理解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  <a:sym typeface="OPPOSans R" panose="00020600040101010101" charset="-122"/>
              </a:endParaRPr>
            </a:p>
          </p:txBody>
        </p:sp>
        <p:sp>
          <p:nvSpPr>
            <p:cNvPr id="153" name="Shape 5"/>
            <p:cNvSpPr/>
            <p:nvPr/>
          </p:nvSpPr>
          <p:spPr>
            <a:xfrm>
              <a:off x="2741" y="8061"/>
              <a:ext cx="1436" cy="350"/>
            </a:xfrm>
            <a:prstGeom prst="roundRect">
              <a:avLst>
                <a:gd name="adj" fmla="val 12566"/>
              </a:avLst>
            </a:prstGeom>
            <a:solidFill>
              <a:sysClr val="window" lastClr="FFFFFF"/>
            </a:solidFill>
            <a:ln w="15240">
              <a:solidFill>
                <a:srgbClr val="FFD2D0">
                  <a:alpha val="50000"/>
                </a:srgbClr>
              </a:solidFill>
              <a:prstDash val="solid"/>
            </a:ln>
          </p:spPr>
          <p:txBody>
            <a:bodyPr lIns="0" rIns="0" anchor="ctr" anchorCtr="1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OPPOSans R" panose="00020600040101010101" charset="-122"/>
                </a:rPr>
                <a:t>数据生成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  <a:sym typeface="OPPOSans R" panose="00020600040101010101" charset="-122"/>
              </a:endParaRPr>
            </a:p>
          </p:txBody>
        </p:sp>
        <p:sp>
          <p:nvSpPr>
            <p:cNvPr id="161" name="Shape 5"/>
            <p:cNvSpPr/>
            <p:nvPr/>
          </p:nvSpPr>
          <p:spPr>
            <a:xfrm>
              <a:off x="4309" y="8061"/>
              <a:ext cx="1253" cy="350"/>
            </a:xfrm>
            <a:prstGeom prst="roundRect">
              <a:avLst>
                <a:gd name="adj" fmla="val 12566"/>
              </a:avLst>
            </a:prstGeom>
            <a:solidFill>
              <a:sysClr val="window" lastClr="FFFFFF"/>
            </a:solidFill>
            <a:ln w="15240">
              <a:solidFill>
                <a:srgbClr val="FFD2D0">
                  <a:alpha val="50000"/>
                </a:srgbClr>
              </a:solidFill>
              <a:prstDash val="solid"/>
            </a:ln>
          </p:spPr>
          <p:txBody>
            <a:bodyPr lIns="0" rIns="0" anchor="ctr" anchorCtr="1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OPPOSans R" panose="00020600040101010101" charset="-122"/>
                </a:rPr>
                <a:t>结果摘要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OPPOSans R" panose="00020600040101010101" charset="-122"/>
              </a:endParaRPr>
            </a:p>
          </p:txBody>
        </p:sp>
        <p:sp>
          <p:nvSpPr>
            <p:cNvPr id="163" name="Shape 5"/>
            <p:cNvSpPr/>
            <p:nvPr/>
          </p:nvSpPr>
          <p:spPr>
            <a:xfrm>
              <a:off x="7360" y="7644"/>
              <a:ext cx="1361" cy="350"/>
            </a:xfrm>
            <a:prstGeom prst="roundRect">
              <a:avLst>
                <a:gd name="adj" fmla="val 12566"/>
              </a:avLst>
            </a:prstGeom>
            <a:solidFill>
              <a:sysClr val="window" lastClr="FFFFFF"/>
            </a:solidFill>
            <a:ln w="15240">
              <a:solidFill>
                <a:srgbClr val="FFD2D0">
                  <a:alpha val="50000"/>
                </a:srgbClr>
              </a:solidFill>
              <a:prstDash val="solid"/>
            </a:ln>
          </p:spPr>
          <p:txBody>
            <a:bodyPr lIns="0" rIns="0" anchor="ctr" anchorCtr="1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OPPOSans R" panose="00020600040101010101" charset="-122"/>
                </a:rPr>
                <a:t>获取需求文档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  <a:sym typeface="OPPOSans R" panose="00020600040101010101" charset="-122"/>
              </a:endParaRPr>
            </a:p>
          </p:txBody>
        </p:sp>
        <p:sp>
          <p:nvSpPr>
            <p:cNvPr id="164" name="Shape 5"/>
            <p:cNvSpPr/>
            <p:nvPr/>
          </p:nvSpPr>
          <p:spPr>
            <a:xfrm>
              <a:off x="8818" y="7644"/>
              <a:ext cx="1360" cy="350"/>
            </a:xfrm>
            <a:prstGeom prst="roundRect">
              <a:avLst>
                <a:gd name="adj" fmla="val 12566"/>
              </a:avLst>
            </a:prstGeom>
            <a:solidFill>
              <a:sysClr val="window" lastClr="FFFFFF"/>
            </a:solidFill>
            <a:ln w="15240">
              <a:solidFill>
                <a:srgbClr val="FFD2D0">
                  <a:alpha val="50000"/>
                </a:srgbClr>
              </a:solidFill>
              <a:prstDash val="solid"/>
            </a:ln>
          </p:spPr>
          <p:txBody>
            <a:bodyPr lIns="0" rIns="0" anchor="ctr" anchorCtr="1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OPPOSans R" panose="00020600040101010101" charset="-122"/>
                </a:rPr>
                <a:t>读取代码仓库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OPPOSans R" panose="00020600040101010101" charset="-122"/>
              </a:endParaRPr>
            </a:p>
          </p:txBody>
        </p:sp>
        <p:sp>
          <p:nvSpPr>
            <p:cNvPr id="165" name="Shape 5"/>
            <p:cNvSpPr/>
            <p:nvPr/>
          </p:nvSpPr>
          <p:spPr>
            <a:xfrm>
              <a:off x="10275" y="7644"/>
              <a:ext cx="1360" cy="350"/>
            </a:xfrm>
            <a:prstGeom prst="roundRect">
              <a:avLst>
                <a:gd name="adj" fmla="val 12566"/>
              </a:avLst>
            </a:prstGeom>
            <a:solidFill>
              <a:sysClr val="window" lastClr="FFFFFF"/>
            </a:solidFill>
            <a:ln w="15240">
              <a:solidFill>
                <a:srgbClr val="FFD2D0">
                  <a:alpha val="50000"/>
                </a:srgbClr>
              </a:solidFill>
              <a:prstDash val="solid"/>
            </a:ln>
          </p:spPr>
          <p:txBody>
            <a:bodyPr lIns="0" rIns="0" anchor="ctr" anchorCtr="1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OPPOSans R" panose="00020600040101010101" charset="-122"/>
                </a:rPr>
                <a:t>页面结构理解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  <a:sym typeface="OPPOSans R" panose="00020600040101010101" charset="-122"/>
              </a:endParaRPr>
            </a:p>
          </p:txBody>
        </p:sp>
        <p:sp>
          <p:nvSpPr>
            <p:cNvPr id="177" name="Shape 5"/>
            <p:cNvSpPr/>
            <p:nvPr/>
          </p:nvSpPr>
          <p:spPr>
            <a:xfrm>
              <a:off x="7360" y="8061"/>
              <a:ext cx="1361" cy="350"/>
            </a:xfrm>
            <a:prstGeom prst="roundRect">
              <a:avLst>
                <a:gd name="adj" fmla="val 12566"/>
              </a:avLst>
            </a:prstGeom>
            <a:solidFill>
              <a:sysClr val="window" lastClr="FFFFFF"/>
            </a:solidFill>
            <a:ln w="15240">
              <a:solidFill>
                <a:srgbClr val="FFD2D0">
                  <a:alpha val="50000"/>
                </a:srgbClr>
              </a:solidFill>
              <a:prstDash val="solid"/>
            </a:ln>
          </p:spPr>
          <p:txBody>
            <a:bodyPr lIns="0" rIns="0" anchor="ctr" anchorCtr="1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OPPOSans R" panose="00020600040101010101" charset="-122"/>
                </a:rPr>
                <a:t>浏览器自动化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  <a:sym typeface="OPPOSans R" panose="00020600040101010101" charset="-122"/>
              </a:endParaRPr>
            </a:p>
          </p:txBody>
        </p:sp>
        <p:sp>
          <p:nvSpPr>
            <p:cNvPr id="178" name="Shape 5"/>
            <p:cNvSpPr/>
            <p:nvPr/>
          </p:nvSpPr>
          <p:spPr>
            <a:xfrm>
              <a:off x="8817" y="8061"/>
              <a:ext cx="1361" cy="350"/>
            </a:xfrm>
            <a:prstGeom prst="roundRect">
              <a:avLst>
                <a:gd name="adj" fmla="val 12566"/>
              </a:avLst>
            </a:prstGeom>
            <a:solidFill>
              <a:sysClr val="window" lastClr="FFFFFF"/>
            </a:solidFill>
            <a:ln w="15240">
              <a:solidFill>
                <a:srgbClr val="FFD2D0">
                  <a:alpha val="50000"/>
                </a:srgbClr>
              </a:solidFill>
              <a:prstDash val="solid"/>
            </a:ln>
          </p:spPr>
          <p:txBody>
            <a:bodyPr lIns="0" rIns="0" anchor="ctr" anchorCtr="1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OPPOSans R" panose="00020600040101010101" charset="-122"/>
                </a:rPr>
                <a:t>接口测试工具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OPPOSans R" panose="00020600040101010101" charset="-122"/>
              </a:endParaRPr>
            </a:p>
          </p:txBody>
        </p:sp>
        <p:sp>
          <p:nvSpPr>
            <p:cNvPr id="183" name="Shape 5"/>
            <p:cNvSpPr/>
            <p:nvPr/>
          </p:nvSpPr>
          <p:spPr>
            <a:xfrm>
              <a:off x="10274" y="8061"/>
              <a:ext cx="1361" cy="350"/>
            </a:xfrm>
            <a:prstGeom prst="roundRect">
              <a:avLst>
                <a:gd name="adj" fmla="val 12566"/>
              </a:avLst>
            </a:prstGeom>
            <a:solidFill>
              <a:sysClr val="window" lastClr="FFFFFF"/>
            </a:solidFill>
            <a:ln w="15240">
              <a:solidFill>
                <a:srgbClr val="FFD2D0">
                  <a:alpha val="50000"/>
                </a:srgbClr>
              </a:solidFill>
              <a:prstDash val="solid"/>
            </a:ln>
          </p:spPr>
          <p:txBody>
            <a:bodyPr lIns="0" rIns="0" anchor="ctr" anchorCtr="1"/>
            <a:p>
              <a:pPr algn="ctr" fontAlgn="ctr"/>
              <a:r>
                <a:rPr lang="en-US" altLang="zh-CN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OPPOSans R" panose="00020600040101010101" charset="-122"/>
                </a:rPr>
                <a:t>......</a:t>
              </a:r>
              <a:endParaRPr lang="en-US" altLang="zh-CN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  <a:sym typeface="OPPOSans R" panose="00020600040101010101" charset="-122"/>
              </a:endParaRPr>
            </a:p>
          </p:txBody>
        </p:sp>
        <p:sp>
          <p:nvSpPr>
            <p:cNvPr id="189" name="Shape 2"/>
            <p:cNvSpPr/>
            <p:nvPr/>
          </p:nvSpPr>
          <p:spPr>
            <a:xfrm>
              <a:off x="427" y="8855"/>
              <a:ext cx="2040" cy="606"/>
            </a:xfrm>
            <a:prstGeom prst="roundRect">
              <a:avLst>
                <a:gd name="adj" fmla="val 13158"/>
              </a:avLst>
            </a:prstGeom>
            <a:gradFill>
              <a:gsLst>
                <a:gs pos="0">
                  <a:srgbClr val="F35257">
                    <a:alpha val="84000"/>
                  </a:srgbClr>
                </a:gs>
                <a:gs pos="100000">
                  <a:srgbClr val="C00000"/>
                </a:gs>
              </a:gsLst>
              <a:lin ang="13500000" scaled="0"/>
            </a:gradFill>
            <a:ln w="12700">
              <a:gradFill>
                <a:gsLst>
                  <a:gs pos="0">
                    <a:srgbClr val="F35257">
                      <a:alpha val="44000"/>
                    </a:srgbClr>
                  </a:gs>
                  <a:gs pos="98000">
                    <a:srgbClr val="C00000"/>
                  </a:gs>
                </a:gsLst>
                <a:lin ang="16200000" scaled="1"/>
              </a:gradFill>
              <a:prstDash val="solid"/>
            </a:ln>
          </p:spPr>
        </p:sp>
        <p:sp>
          <p:nvSpPr>
            <p:cNvPr id="191" name="Shape 2"/>
            <p:cNvSpPr/>
            <p:nvPr/>
          </p:nvSpPr>
          <p:spPr>
            <a:xfrm>
              <a:off x="2520" y="8855"/>
              <a:ext cx="9307" cy="605"/>
            </a:xfrm>
            <a:prstGeom prst="roundRect">
              <a:avLst>
                <a:gd name="adj" fmla="val 13158"/>
              </a:avLst>
            </a:prstGeom>
            <a:solidFill>
              <a:srgbClr val="E54C5E">
                <a:lumMod val="20000"/>
                <a:lumOff val="80000"/>
              </a:srgbClr>
            </a:solidFill>
            <a:ln w="12700">
              <a:gradFill>
                <a:gsLst>
                  <a:gs pos="0">
                    <a:srgbClr val="F35257">
                      <a:alpha val="44000"/>
                    </a:srgbClr>
                  </a:gs>
                  <a:gs pos="98000">
                    <a:srgbClr val="C00000"/>
                  </a:gs>
                </a:gsLst>
                <a:lin ang="16200000" scaled="1"/>
              </a:gradFill>
              <a:prstDash val="solid"/>
            </a:ln>
          </p:spPr>
        </p:sp>
        <p:sp>
          <p:nvSpPr>
            <p:cNvPr id="192" name="Shape 5"/>
            <p:cNvSpPr/>
            <p:nvPr/>
          </p:nvSpPr>
          <p:spPr>
            <a:xfrm>
              <a:off x="2651" y="8987"/>
              <a:ext cx="1605" cy="353"/>
            </a:xfrm>
            <a:prstGeom prst="roundRect">
              <a:avLst>
                <a:gd name="adj" fmla="val 12566"/>
              </a:avLst>
            </a:prstGeom>
            <a:solidFill>
              <a:srgbClr val="FEF2F3"/>
            </a:solidFill>
            <a:ln w="15240">
              <a:solidFill>
                <a:srgbClr val="FFD2D0"/>
              </a:solidFill>
              <a:prstDash val="solid"/>
            </a:ln>
          </p:spPr>
          <p:txBody>
            <a:bodyPr lIns="36195" rIns="36195" anchor="ctr" anchorCtr="0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OPPOSans R" panose="00020600040101010101" charset="-122"/>
                </a:rPr>
                <a:t>测试规约与标准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OPPOSans R" panose="00020600040101010101" charset="-122"/>
              </a:endParaRPr>
            </a:p>
          </p:txBody>
        </p:sp>
        <p:sp>
          <p:nvSpPr>
            <p:cNvPr id="193" name="Shape 5"/>
            <p:cNvSpPr/>
            <p:nvPr/>
          </p:nvSpPr>
          <p:spPr>
            <a:xfrm>
              <a:off x="4332" y="8987"/>
              <a:ext cx="2040" cy="340"/>
            </a:xfrm>
            <a:prstGeom prst="roundRect">
              <a:avLst>
                <a:gd name="adj" fmla="val 12566"/>
              </a:avLst>
            </a:prstGeom>
            <a:solidFill>
              <a:srgbClr val="FEF2F3"/>
            </a:solidFill>
            <a:ln w="15240">
              <a:solidFill>
                <a:srgbClr val="FFD2D0"/>
              </a:solidFill>
              <a:prstDash val="solid"/>
            </a:ln>
          </p:spPr>
          <p:txBody>
            <a:bodyPr lIns="36195" rIns="36195" anchor="ctr" anchorCtr="0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OPPOSans R" panose="00020600040101010101" charset="-122"/>
                </a:rPr>
                <a:t>业务文档</a:t>
              </a:r>
              <a:r>
                <a:rPr lang="en-US" altLang="zh-CN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+mn-ea"/>
                </a:rPr>
                <a:t>(Repo-Wiki)</a:t>
              </a:r>
              <a:endParaRPr lang="en-US" altLang="zh-CN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  <a:sym typeface="+mn-ea"/>
              </a:endParaRPr>
            </a:p>
          </p:txBody>
        </p:sp>
        <p:sp>
          <p:nvSpPr>
            <p:cNvPr id="194" name="Shape 5"/>
            <p:cNvSpPr/>
            <p:nvPr/>
          </p:nvSpPr>
          <p:spPr>
            <a:xfrm>
              <a:off x="6448" y="8987"/>
              <a:ext cx="1700" cy="340"/>
            </a:xfrm>
            <a:prstGeom prst="roundRect">
              <a:avLst>
                <a:gd name="adj" fmla="val 12566"/>
              </a:avLst>
            </a:prstGeom>
            <a:solidFill>
              <a:srgbClr val="FEF2F3"/>
            </a:solidFill>
            <a:ln w="15240">
              <a:solidFill>
                <a:srgbClr val="FFD2D0"/>
              </a:solidFill>
              <a:prstDash val="solid"/>
            </a:ln>
          </p:spPr>
          <p:txBody>
            <a:bodyPr lIns="36195" rIns="36195" anchor="ctr" anchorCtr="0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OPPOSans R" panose="00020600040101010101" charset="-122"/>
                </a:rPr>
                <a:t>历史缺陷案例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  <a:sym typeface="OPPOSans R" panose="00020600040101010101" charset="-122"/>
              </a:endParaRPr>
            </a:p>
          </p:txBody>
        </p:sp>
        <p:sp>
          <p:nvSpPr>
            <p:cNvPr id="195" name="Shape 5"/>
            <p:cNvSpPr/>
            <p:nvPr/>
          </p:nvSpPr>
          <p:spPr>
            <a:xfrm>
              <a:off x="8224" y="8987"/>
              <a:ext cx="1700" cy="340"/>
            </a:xfrm>
            <a:prstGeom prst="roundRect">
              <a:avLst>
                <a:gd name="adj" fmla="val 12566"/>
              </a:avLst>
            </a:prstGeom>
            <a:solidFill>
              <a:srgbClr val="FEF2F3"/>
            </a:solidFill>
            <a:ln w="15240">
              <a:solidFill>
                <a:srgbClr val="FFD2D0"/>
              </a:solidFill>
              <a:prstDash val="solid"/>
            </a:ln>
          </p:spPr>
          <p:txBody>
            <a:bodyPr lIns="36195" rIns="36195" anchor="ctr" anchorCtr="0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OPPOSans R" panose="00020600040101010101" charset="-122"/>
                </a:rPr>
                <a:t>公共测试资产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  <a:sym typeface="OPPOSans R" panose="00020600040101010101" charset="-122"/>
              </a:endParaRPr>
            </a:p>
          </p:txBody>
        </p:sp>
        <p:sp>
          <p:nvSpPr>
            <p:cNvPr id="196" name="Shape 5"/>
            <p:cNvSpPr/>
            <p:nvPr/>
          </p:nvSpPr>
          <p:spPr>
            <a:xfrm>
              <a:off x="10000" y="8988"/>
              <a:ext cx="1700" cy="340"/>
            </a:xfrm>
            <a:prstGeom prst="roundRect">
              <a:avLst>
                <a:gd name="adj" fmla="val 12566"/>
              </a:avLst>
            </a:prstGeom>
            <a:solidFill>
              <a:srgbClr val="FEF2F3"/>
            </a:solidFill>
            <a:ln w="15240">
              <a:solidFill>
                <a:srgbClr val="FFD2D0"/>
              </a:solidFill>
              <a:prstDash val="solid"/>
            </a:ln>
          </p:spPr>
          <p:txBody>
            <a:bodyPr lIns="36195" rIns="36195" anchor="ctr" anchorCtr="0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OPPOSans R" panose="00020600040101010101" charset="-122"/>
                </a:rPr>
                <a:t>项目经验沉淀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OPPOSans R" panose="00020600040101010101" charset="-122"/>
              </a:endParaRPr>
            </a:p>
          </p:txBody>
        </p:sp>
        <p:sp>
          <p:nvSpPr>
            <p:cNvPr id="197" name="Text 84"/>
            <p:cNvSpPr/>
            <p:nvPr/>
          </p:nvSpPr>
          <p:spPr>
            <a:xfrm>
              <a:off x="428" y="8889"/>
              <a:ext cx="2040" cy="349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p>
              <a:pPr marL="0" indent="0" algn="ctr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PingFang SC" panose="020B0400000000000000" pitchFamily="34" charset="-122"/>
                  <a:ea typeface="PingFang SC" panose="020B0400000000000000" pitchFamily="34" charset="-122"/>
                  <a:cs typeface="PingFang SC" panose="020B0400000000000000" pitchFamily="34" charset="-120"/>
                </a:rPr>
                <a:t>知识层</a:t>
              </a:r>
              <a:endParaRPr lang="en-US" sz="1500" dirty="0"/>
            </a:p>
          </p:txBody>
        </p:sp>
        <p:sp>
          <p:nvSpPr>
            <p:cNvPr id="198" name="Text 85"/>
            <p:cNvSpPr/>
            <p:nvPr/>
          </p:nvSpPr>
          <p:spPr>
            <a:xfrm>
              <a:off x="203" y="9204"/>
              <a:ext cx="2494" cy="23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p>
              <a:pPr marL="0" indent="0" algn="ctr">
                <a:buNone/>
              </a:pPr>
              <a:endParaRPr lang="en-US" sz="820" dirty="0">
                <a:solidFill>
                  <a:sysClr val="window" lastClr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endParaRPr>
            </a:p>
          </p:txBody>
        </p:sp>
        <p:sp>
          <p:nvSpPr>
            <p:cNvPr id="199" name="Shape 2"/>
            <p:cNvSpPr/>
            <p:nvPr/>
          </p:nvSpPr>
          <p:spPr>
            <a:xfrm>
              <a:off x="427" y="9685"/>
              <a:ext cx="2040" cy="750"/>
            </a:xfrm>
            <a:prstGeom prst="roundRect">
              <a:avLst>
                <a:gd name="adj" fmla="val 13158"/>
              </a:avLst>
            </a:prstGeom>
            <a:gradFill>
              <a:gsLst>
                <a:gs pos="0">
                  <a:srgbClr val="F35257">
                    <a:alpha val="84000"/>
                  </a:srgbClr>
                </a:gs>
                <a:gs pos="100000">
                  <a:srgbClr val="C00000"/>
                </a:gs>
              </a:gsLst>
              <a:lin ang="13500000" scaled="0"/>
            </a:gradFill>
            <a:ln w="12700">
              <a:gradFill>
                <a:gsLst>
                  <a:gs pos="0">
                    <a:srgbClr val="F35257">
                      <a:alpha val="44000"/>
                    </a:srgbClr>
                  </a:gs>
                  <a:gs pos="98000">
                    <a:srgbClr val="C00000"/>
                  </a:gs>
                </a:gsLst>
                <a:lin ang="16200000" scaled="1"/>
              </a:gradFill>
              <a:prstDash val="solid"/>
            </a:ln>
          </p:spPr>
        </p:sp>
        <p:sp>
          <p:nvSpPr>
            <p:cNvPr id="200" name="Shape 2"/>
            <p:cNvSpPr/>
            <p:nvPr/>
          </p:nvSpPr>
          <p:spPr>
            <a:xfrm>
              <a:off x="2520" y="9685"/>
              <a:ext cx="9307" cy="750"/>
            </a:xfrm>
            <a:prstGeom prst="roundRect">
              <a:avLst>
                <a:gd name="adj" fmla="val 13158"/>
              </a:avLst>
            </a:prstGeom>
            <a:solidFill>
              <a:srgbClr val="E54C5E">
                <a:lumMod val="20000"/>
                <a:lumOff val="80000"/>
              </a:srgbClr>
            </a:solidFill>
            <a:ln w="12700">
              <a:gradFill>
                <a:gsLst>
                  <a:gs pos="0">
                    <a:srgbClr val="F35257">
                      <a:alpha val="44000"/>
                    </a:srgbClr>
                  </a:gs>
                  <a:gs pos="98000">
                    <a:srgbClr val="C00000"/>
                  </a:gs>
                </a:gsLst>
                <a:lin ang="16200000" scaled="1"/>
              </a:gradFill>
              <a:prstDash val="solid"/>
            </a:ln>
          </p:spPr>
        </p:sp>
        <p:sp>
          <p:nvSpPr>
            <p:cNvPr id="201" name="Text 17"/>
            <p:cNvSpPr/>
            <p:nvPr/>
          </p:nvSpPr>
          <p:spPr>
            <a:xfrm>
              <a:off x="427" y="9787"/>
              <a:ext cx="2040" cy="547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p>
              <a:pPr marL="0" indent="0" algn="ctr">
                <a:buNone/>
              </a:pPr>
              <a:r>
                <a:rPr lang="zh-CN" altLang="en-US" sz="1500" b="1" dirty="0">
                  <a:solidFill>
                    <a:sysClr val="window" lastClr="FFFFFF"/>
                  </a:solidFill>
                  <a:latin typeface="PingFang SC" panose="020B0400000000000000" pitchFamily="34" charset="-122"/>
                  <a:ea typeface="PingFang SC" panose="020B0400000000000000" pitchFamily="34" charset="-122"/>
                  <a:cs typeface="PingFang SC" panose="020B0400000000000000" pitchFamily="34" charset="-120"/>
                </a:rPr>
                <a:t>模型层</a:t>
              </a:r>
              <a:endParaRPr lang="zh-CN" altLang="en-US" sz="1500" b="1" dirty="0">
                <a:solidFill>
                  <a:sysClr val="window" lastClr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endParaRPr>
            </a:p>
          </p:txBody>
        </p:sp>
        <p:sp>
          <p:nvSpPr>
            <p:cNvPr id="213" name="Shape 5"/>
            <p:cNvSpPr/>
            <p:nvPr/>
          </p:nvSpPr>
          <p:spPr>
            <a:xfrm>
              <a:off x="3647" y="9918"/>
              <a:ext cx="1605" cy="353"/>
            </a:xfrm>
            <a:prstGeom prst="roundRect">
              <a:avLst>
                <a:gd name="adj" fmla="val 12566"/>
              </a:avLst>
            </a:prstGeom>
            <a:solidFill>
              <a:srgbClr val="FEF2F3"/>
            </a:solidFill>
            <a:ln w="15240">
              <a:solidFill>
                <a:srgbClr val="FFD2D0"/>
              </a:solidFill>
              <a:prstDash val="solid"/>
            </a:ln>
          </p:spPr>
          <p:txBody>
            <a:bodyPr lIns="36195" rIns="36195" anchor="ctr" anchorCtr="0"/>
            <a:p>
              <a:pPr algn="ctr" fontAlgn="ctr"/>
              <a:r>
                <a:rPr lang="en-US" altLang="zh-CN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OPPOSans R" panose="00020600040101010101" charset="-122"/>
                </a:rPr>
                <a:t>Qwen</a:t>
              </a:r>
              <a:endParaRPr lang="en-US" altLang="zh-CN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OPPOSans R" panose="00020600040101010101" charset="-122"/>
              </a:endParaRPr>
            </a:p>
          </p:txBody>
        </p:sp>
        <p:sp>
          <p:nvSpPr>
            <p:cNvPr id="214" name="Shape 5"/>
            <p:cNvSpPr/>
            <p:nvPr/>
          </p:nvSpPr>
          <p:spPr>
            <a:xfrm>
              <a:off x="5326" y="9918"/>
              <a:ext cx="1702" cy="340"/>
            </a:xfrm>
            <a:prstGeom prst="roundRect">
              <a:avLst>
                <a:gd name="adj" fmla="val 12566"/>
              </a:avLst>
            </a:prstGeom>
            <a:solidFill>
              <a:srgbClr val="FEF2F3"/>
            </a:solidFill>
            <a:ln w="15240">
              <a:solidFill>
                <a:srgbClr val="FFD2D0"/>
              </a:solidFill>
              <a:prstDash val="solid"/>
            </a:ln>
          </p:spPr>
          <p:txBody>
            <a:bodyPr lIns="36195" rIns="36195" anchor="ctr" anchorCtr="0"/>
            <a:p>
              <a:pPr algn="ctr" fontAlgn="ctr"/>
              <a:r>
                <a:rPr lang="en-US" altLang="zh-CN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OPPOSans R" panose="00020600040101010101" charset="-122"/>
                </a:rPr>
                <a:t>Deepseek</a:t>
              </a:r>
              <a:endParaRPr lang="en-US" altLang="zh-CN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  <a:sym typeface="OPPOSans R" panose="00020600040101010101" charset="-122"/>
              </a:endParaRPr>
            </a:p>
          </p:txBody>
        </p:sp>
        <p:sp>
          <p:nvSpPr>
            <p:cNvPr id="215" name="Shape 5"/>
            <p:cNvSpPr/>
            <p:nvPr/>
          </p:nvSpPr>
          <p:spPr>
            <a:xfrm>
              <a:off x="7102" y="9918"/>
              <a:ext cx="1700" cy="340"/>
            </a:xfrm>
            <a:prstGeom prst="roundRect">
              <a:avLst>
                <a:gd name="adj" fmla="val 12566"/>
              </a:avLst>
            </a:prstGeom>
            <a:solidFill>
              <a:srgbClr val="FEF2F3"/>
            </a:solidFill>
            <a:ln w="15240">
              <a:solidFill>
                <a:srgbClr val="FFD2D0"/>
              </a:solidFill>
              <a:prstDash val="solid"/>
            </a:ln>
          </p:spPr>
          <p:txBody>
            <a:bodyPr lIns="36195" rIns="36195" anchor="ctr" anchorCtr="0"/>
            <a:p>
              <a:pPr algn="ctr" fontAlgn="ctr"/>
              <a:r>
                <a:rPr lang="en-US" altLang="zh-CN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OPPOSans R" panose="00020600040101010101" charset="-122"/>
                </a:rPr>
                <a:t>GLM</a:t>
              </a:r>
              <a:endParaRPr lang="en-US" altLang="zh-CN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  <a:sym typeface="OPPOSans R" panose="00020600040101010101" charset="-122"/>
              </a:endParaRPr>
            </a:p>
          </p:txBody>
        </p:sp>
        <p:sp>
          <p:nvSpPr>
            <p:cNvPr id="216" name="Shape 5"/>
            <p:cNvSpPr/>
            <p:nvPr/>
          </p:nvSpPr>
          <p:spPr>
            <a:xfrm>
              <a:off x="8876" y="9918"/>
              <a:ext cx="1700" cy="340"/>
            </a:xfrm>
            <a:prstGeom prst="roundRect">
              <a:avLst>
                <a:gd name="adj" fmla="val 12566"/>
              </a:avLst>
            </a:prstGeom>
            <a:solidFill>
              <a:srgbClr val="FEF2F3"/>
            </a:solidFill>
            <a:ln w="15240">
              <a:solidFill>
                <a:srgbClr val="FFD2D0"/>
              </a:solidFill>
              <a:prstDash val="solid"/>
            </a:ln>
          </p:spPr>
          <p:txBody>
            <a:bodyPr lIns="36195" rIns="36195" anchor="ctr" anchorCtr="0"/>
            <a:p>
              <a:pPr algn="ctr" fontAlgn="ctr"/>
              <a:r>
                <a:rPr lang="en-US" altLang="zh-CN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OPPOSans R" panose="00020600040101010101" charset="-122"/>
                </a:rPr>
                <a:t>......</a:t>
              </a:r>
              <a:endParaRPr lang="en-US" altLang="zh-CN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  <a:sym typeface="OPPOSans R" panose="00020600040101010101" charset="-122"/>
              </a:endParaRPr>
            </a:p>
          </p:txBody>
        </p:sp>
        <p:sp>
          <p:nvSpPr>
            <p:cNvPr id="218" name="Shape 27"/>
            <p:cNvSpPr/>
            <p:nvPr/>
          </p:nvSpPr>
          <p:spPr>
            <a:xfrm>
              <a:off x="9940" y="7363"/>
              <a:ext cx="1701" cy="227"/>
            </a:xfrm>
            <a:prstGeom prst="roundRect">
              <a:avLst>
                <a:gd name="adj" fmla="val 35521"/>
              </a:avLst>
            </a:prstGeom>
            <a:solidFill>
              <a:srgbClr val="E54C5E">
                <a:lumMod val="40000"/>
                <a:lumOff val="60000"/>
              </a:srgbClr>
            </a:solidFill>
            <a:ln w="12700">
              <a:noFill/>
              <a:prstDash val="solid"/>
            </a:ln>
          </p:spPr>
          <p:txBody>
            <a:bodyPr lIns="0" rIns="0" anchor="ctr" anchorCtr="1"/>
            <a:p>
              <a:pPr marL="0" indent="0">
                <a:buNone/>
              </a:pPr>
              <a:r>
                <a:rPr lang="zh-CN" altLang="en-US" sz="600" dirty="0">
                  <a:solidFill>
                    <a:srgbClr val="44444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OPPOSans R" panose="00020600040101010101" charset="-122"/>
                </a:rPr>
                <a:t>外部系统</a:t>
              </a:r>
              <a:r>
                <a:rPr lang="en-US" altLang="zh-CN" sz="600" dirty="0">
                  <a:solidFill>
                    <a:srgbClr val="44444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rPr>
                <a:t>/</a:t>
              </a:r>
              <a:r>
                <a:rPr lang="zh-CN" altLang="en-US" sz="600" dirty="0">
                  <a:solidFill>
                    <a:srgbClr val="44444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OPPOSans R" panose="00020600040101010101" charset="-122"/>
                </a:rPr>
                <a:t>执行能力</a:t>
              </a:r>
              <a:r>
                <a:rPr lang="en-US" altLang="zh-CN" sz="600" dirty="0">
                  <a:solidFill>
                    <a:srgbClr val="44444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rPr>
                <a:t>/</a:t>
              </a:r>
              <a:r>
                <a:rPr lang="zh-CN" altLang="en-US" sz="600" dirty="0">
                  <a:solidFill>
                    <a:srgbClr val="44444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OPPOSans R" panose="00020600040101010101" charset="-122"/>
                </a:rPr>
                <a:t>底层封装</a:t>
              </a:r>
              <a:endParaRPr lang="zh-CN" altLang="en-US" sz="600" dirty="0">
                <a:solidFill>
                  <a:srgbClr val="44444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  <a:sym typeface="OPPOSans R" panose="00020600040101010101" charset="-122"/>
              </a:endParaRPr>
            </a:p>
          </p:txBody>
        </p:sp>
        <p:sp>
          <p:nvSpPr>
            <p:cNvPr id="219" name="Shape 27"/>
            <p:cNvSpPr/>
            <p:nvPr/>
          </p:nvSpPr>
          <p:spPr>
            <a:xfrm>
              <a:off x="5324" y="7374"/>
              <a:ext cx="1701" cy="227"/>
            </a:xfrm>
            <a:prstGeom prst="roundRect">
              <a:avLst>
                <a:gd name="adj" fmla="val 35521"/>
              </a:avLst>
            </a:prstGeom>
            <a:solidFill>
              <a:srgbClr val="E54C5E">
                <a:lumMod val="40000"/>
                <a:lumOff val="60000"/>
              </a:srgbClr>
            </a:solidFill>
            <a:ln w="12700">
              <a:noFill/>
              <a:prstDash val="solid"/>
            </a:ln>
          </p:spPr>
          <p:txBody>
            <a:bodyPr lIns="0" rIns="0" anchor="ctr" anchorCtr="1"/>
            <a:p>
              <a:pPr marL="0" indent="0" algn="r">
                <a:buNone/>
              </a:pPr>
              <a:r>
                <a:rPr lang="en-US" sz="600" dirty="0">
                  <a:solidFill>
                    <a:srgbClr val="44444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rPr>
                <a:t>有语义 / 可组合 / 面向任务</a:t>
              </a:r>
              <a:endParaRPr lang="zh-CN" altLang="en-US" sz="600" dirty="0">
                <a:solidFill>
                  <a:srgbClr val="44444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  <a:sym typeface="OPPOSans R" panose="00020600040101010101" charset="-122"/>
              </a:endParaRPr>
            </a:p>
          </p:txBody>
        </p:sp>
        <p:sp>
          <p:nvSpPr>
            <p:cNvPr id="221" name="右箭头 220"/>
            <p:cNvSpPr/>
            <p:nvPr/>
          </p:nvSpPr>
          <p:spPr>
            <a:xfrm rot="5400000">
              <a:off x="1316" y="4275"/>
              <a:ext cx="260" cy="214"/>
            </a:xfrm>
            <a:prstGeom prst="rightArrow">
              <a:avLst>
                <a:gd name="adj1" fmla="val 48130"/>
                <a:gd name="adj2" fmla="val 64252"/>
              </a:avLst>
            </a:prstGeom>
            <a:gradFill>
              <a:gsLst>
                <a:gs pos="0">
                  <a:srgbClr val="F35257">
                    <a:alpha val="0"/>
                  </a:srgbClr>
                </a:gs>
                <a:gs pos="100000">
                  <a:srgbClr val="C00000"/>
                </a:gs>
              </a:gsLst>
              <a:lin ang="1350000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22" name="右箭头 221"/>
            <p:cNvSpPr/>
            <p:nvPr/>
          </p:nvSpPr>
          <p:spPr>
            <a:xfrm rot="5400000">
              <a:off x="1316" y="5951"/>
              <a:ext cx="260" cy="214"/>
            </a:xfrm>
            <a:prstGeom prst="rightArrow">
              <a:avLst>
                <a:gd name="adj1" fmla="val 48130"/>
                <a:gd name="adj2" fmla="val 64252"/>
              </a:avLst>
            </a:prstGeom>
            <a:gradFill>
              <a:gsLst>
                <a:gs pos="0">
                  <a:srgbClr val="F35257">
                    <a:alpha val="0"/>
                  </a:srgbClr>
                </a:gs>
                <a:gs pos="100000">
                  <a:srgbClr val="C00000"/>
                </a:gs>
              </a:gsLst>
              <a:lin ang="1350000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25" name="右箭头 224"/>
            <p:cNvSpPr/>
            <p:nvPr/>
          </p:nvSpPr>
          <p:spPr>
            <a:xfrm rot="5400000">
              <a:off x="7044" y="4289"/>
              <a:ext cx="260" cy="214"/>
            </a:xfrm>
            <a:prstGeom prst="rightArrow">
              <a:avLst>
                <a:gd name="adj1" fmla="val 48130"/>
                <a:gd name="adj2" fmla="val 64252"/>
              </a:avLst>
            </a:prstGeom>
            <a:gradFill>
              <a:gsLst>
                <a:gs pos="0">
                  <a:srgbClr val="F35257">
                    <a:alpha val="0"/>
                  </a:srgbClr>
                </a:gs>
                <a:gs pos="100000">
                  <a:srgbClr val="C00000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26" name="右箭头 225"/>
            <p:cNvSpPr/>
            <p:nvPr/>
          </p:nvSpPr>
          <p:spPr>
            <a:xfrm rot="5400000">
              <a:off x="7044" y="5965"/>
              <a:ext cx="260" cy="214"/>
            </a:xfrm>
            <a:prstGeom prst="rightArrow">
              <a:avLst>
                <a:gd name="adj1" fmla="val 48130"/>
                <a:gd name="adj2" fmla="val 64252"/>
              </a:avLst>
            </a:prstGeom>
            <a:gradFill>
              <a:gsLst>
                <a:gs pos="0">
                  <a:srgbClr val="F35257">
                    <a:alpha val="0"/>
                  </a:srgbClr>
                </a:gs>
                <a:gs pos="100000">
                  <a:srgbClr val="C00000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27" name="右箭头 226"/>
            <p:cNvSpPr/>
            <p:nvPr/>
          </p:nvSpPr>
          <p:spPr>
            <a:xfrm rot="5400000">
              <a:off x="7044" y="3288"/>
              <a:ext cx="260" cy="214"/>
            </a:xfrm>
            <a:prstGeom prst="rightArrow">
              <a:avLst>
                <a:gd name="adj1" fmla="val 48130"/>
                <a:gd name="adj2" fmla="val 64252"/>
              </a:avLst>
            </a:prstGeom>
            <a:gradFill>
              <a:gsLst>
                <a:gs pos="0">
                  <a:srgbClr val="F35257">
                    <a:alpha val="0"/>
                  </a:srgbClr>
                </a:gs>
                <a:gs pos="100000">
                  <a:srgbClr val="C00000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28" name="右箭头 227"/>
            <p:cNvSpPr/>
            <p:nvPr/>
          </p:nvSpPr>
          <p:spPr>
            <a:xfrm rot="5400000">
              <a:off x="7044" y="6974"/>
              <a:ext cx="260" cy="214"/>
            </a:xfrm>
            <a:prstGeom prst="rightArrow">
              <a:avLst>
                <a:gd name="adj1" fmla="val 48130"/>
                <a:gd name="adj2" fmla="val 64252"/>
              </a:avLst>
            </a:prstGeom>
            <a:gradFill>
              <a:gsLst>
                <a:gs pos="0">
                  <a:srgbClr val="F35257">
                    <a:alpha val="0"/>
                  </a:srgbClr>
                </a:gs>
                <a:gs pos="100000">
                  <a:srgbClr val="C00000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29" name="右箭头 228"/>
            <p:cNvSpPr/>
            <p:nvPr/>
          </p:nvSpPr>
          <p:spPr>
            <a:xfrm rot="5400000">
              <a:off x="7044" y="8616"/>
              <a:ext cx="260" cy="214"/>
            </a:xfrm>
            <a:prstGeom prst="rightArrow">
              <a:avLst>
                <a:gd name="adj1" fmla="val 48130"/>
                <a:gd name="adj2" fmla="val 64252"/>
              </a:avLst>
            </a:prstGeom>
            <a:gradFill>
              <a:gsLst>
                <a:gs pos="0">
                  <a:srgbClr val="F35257">
                    <a:alpha val="0"/>
                  </a:srgbClr>
                </a:gs>
                <a:gs pos="100000">
                  <a:srgbClr val="C00000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30" name="右箭头 229"/>
            <p:cNvSpPr/>
            <p:nvPr/>
          </p:nvSpPr>
          <p:spPr>
            <a:xfrm rot="5400000">
              <a:off x="7044" y="9445"/>
              <a:ext cx="260" cy="214"/>
            </a:xfrm>
            <a:prstGeom prst="rightArrow">
              <a:avLst>
                <a:gd name="adj1" fmla="val 48130"/>
                <a:gd name="adj2" fmla="val 64252"/>
              </a:avLst>
            </a:prstGeom>
            <a:gradFill>
              <a:gsLst>
                <a:gs pos="0">
                  <a:srgbClr val="F35257">
                    <a:alpha val="0"/>
                  </a:srgbClr>
                </a:gs>
                <a:gs pos="100000">
                  <a:srgbClr val="C00000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36" name="Shape 2"/>
            <p:cNvSpPr/>
            <p:nvPr/>
          </p:nvSpPr>
          <p:spPr>
            <a:xfrm>
              <a:off x="11958" y="3696"/>
              <a:ext cx="1900" cy="6740"/>
            </a:xfrm>
            <a:prstGeom prst="roundRect">
              <a:avLst>
                <a:gd name="adj" fmla="val 4764"/>
              </a:avLst>
            </a:prstGeom>
            <a:solidFill>
              <a:srgbClr val="E54C5E">
                <a:lumMod val="20000"/>
                <a:lumOff val="80000"/>
              </a:srgbClr>
            </a:solidFill>
            <a:ln w="12700">
              <a:gradFill>
                <a:gsLst>
                  <a:gs pos="0">
                    <a:srgbClr val="F35257">
                      <a:alpha val="44000"/>
                    </a:srgbClr>
                  </a:gs>
                  <a:gs pos="98000">
                    <a:srgbClr val="C00000"/>
                  </a:gs>
                </a:gsLst>
                <a:lin ang="16200000" scaled="1"/>
              </a:gradFill>
              <a:prstDash val="solid"/>
            </a:ln>
          </p:spPr>
        </p:sp>
        <p:sp>
          <p:nvSpPr>
            <p:cNvPr id="237" name="Shape 2"/>
            <p:cNvSpPr/>
            <p:nvPr/>
          </p:nvSpPr>
          <p:spPr>
            <a:xfrm>
              <a:off x="11957" y="2704"/>
              <a:ext cx="1901" cy="949"/>
            </a:xfrm>
            <a:prstGeom prst="roundRect">
              <a:avLst>
                <a:gd name="adj" fmla="val 7814"/>
              </a:avLst>
            </a:prstGeom>
            <a:gradFill>
              <a:gsLst>
                <a:gs pos="0">
                  <a:srgbClr val="F35257">
                    <a:alpha val="84000"/>
                  </a:srgbClr>
                </a:gs>
                <a:gs pos="100000">
                  <a:srgbClr val="C00000"/>
                </a:gs>
              </a:gsLst>
              <a:lin ang="13500000" scaled="0"/>
            </a:gradFill>
            <a:ln w="12700">
              <a:gradFill>
                <a:gsLst>
                  <a:gs pos="0">
                    <a:srgbClr val="F35257">
                      <a:alpha val="44000"/>
                    </a:srgbClr>
                  </a:gs>
                  <a:gs pos="98000">
                    <a:srgbClr val="C00000"/>
                  </a:gs>
                </a:gsLst>
                <a:lin ang="16200000" scaled="1"/>
              </a:gradFill>
              <a:prstDash val="solid"/>
            </a:ln>
          </p:spPr>
        </p:sp>
        <p:sp>
          <p:nvSpPr>
            <p:cNvPr id="238" name="Text 59"/>
            <p:cNvSpPr/>
            <p:nvPr/>
          </p:nvSpPr>
          <p:spPr>
            <a:xfrm>
              <a:off x="11929" y="2739"/>
              <a:ext cx="1943" cy="49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p>
              <a:pPr marL="0" indent="0" algn="ctr">
                <a:buNone/>
              </a:pPr>
              <a:r>
                <a:rPr lang="zh-CN" altLang="en-US" sz="1500" b="1" dirty="0">
                  <a:solidFill>
                    <a:sysClr val="window" lastClr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</a:rPr>
                <a:t>记忆管理</a:t>
              </a:r>
              <a:endParaRPr lang="zh-CN" altLang="en-US" sz="15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</a:endParaRPr>
            </a:p>
          </p:txBody>
        </p:sp>
        <p:sp>
          <p:nvSpPr>
            <p:cNvPr id="239" name="Text 60"/>
            <p:cNvSpPr/>
            <p:nvPr/>
          </p:nvSpPr>
          <p:spPr>
            <a:xfrm>
              <a:off x="12046" y="3236"/>
              <a:ext cx="1733" cy="346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p>
              <a:pPr marL="0" indent="0" algn="ctr">
                <a:lnSpc>
                  <a:spcPct val="80000"/>
                </a:lnSpc>
                <a:buNone/>
              </a:pPr>
              <a:r>
                <a:rPr lang="zh-CN" altLang="en-US" sz="820" dirty="0">
                  <a:solidFill>
                    <a:sysClr val="window" lastClr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</a:rPr>
                <a:t>系统越用越聪明，任务执行</a:t>
              </a:r>
              <a:r>
                <a:rPr lang="zh-CN" altLang="en-US" sz="820" dirty="0">
                  <a:solidFill>
                    <a:sysClr val="window" lastClr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</a:rPr>
                <a:t>持续连续</a:t>
              </a:r>
              <a:endParaRPr lang="zh-CN" altLang="en-US" sz="820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</a:endParaRPr>
            </a:p>
          </p:txBody>
        </p:sp>
        <p:sp>
          <p:nvSpPr>
            <p:cNvPr id="240" name="Shape 2"/>
            <p:cNvSpPr/>
            <p:nvPr/>
          </p:nvSpPr>
          <p:spPr>
            <a:xfrm>
              <a:off x="12037" y="3893"/>
              <a:ext cx="1742" cy="2728"/>
            </a:xfrm>
            <a:prstGeom prst="roundRect">
              <a:avLst>
                <a:gd name="adj" fmla="val 4592"/>
              </a:avLst>
            </a:prstGeom>
            <a:solidFill>
              <a:srgbClr val="FEF2F3"/>
            </a:solidFill>
            <a:ln w="12700">
              <a:noFill/>
              <a:prstDash val="solid"/>
            </a:ln>
          </p:spPr>
        </p:sp>
        <p:sp>
          <p:nvSpPr>
            <p:cNvPr id="241" name="Text 36"/>
            <p:cNvSpPr/>
            <p:nvPr/>
          </p:nvSpPr>
          <p:spPr>
            <a:xfrm>
              <a:off x="12245" y="4170"/>
              <a:ext cx="1360" cy="313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p>
              <a:pPr marL="0" indent="0" algn="ctr">
                <a:buNone/>
              </a:pPr>
              <a:r>
                <a:rPr lang="zh-CN" altLang="en-US" sz="11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</a:rPr>
                <a:t>短期记忆</a:t>
              </a:r>
              <a:endParaRPr lang="zh-CN" altLang="en-US" sz="11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  <p:sp>
          <p:nvSpPr>
            <p:cNvPr id="242" name="Shape 2"/>
            <p:cNvSpPr/>
            <p:nvPr/>
          </p:nvSpPr>
          <p:spPr>
            <a:xfrm>
              <a:off x="12037" y="6876"/>
              <a:ext cx="1742" cy="3260"/>
            </a:xfrm>
            <a:prstGeom prst="roundRect">
              <a:avLst>
                <a:gd name="adj" fmla="val 4592"/>
              </a:avLst>
            </a:prstGeom>
            <a:solidFill>
              <a:srgbClr val="FEF2F3"/>
            </a:solidFill>
            <a:ln w="12700">
              <a:noFill/>
              <a:prstDash val="solid"/>
            </a:ln>
          </p:spPr>
        </p:sp>
        <p:sp>
          <p:nvSpPr>
            <p:cNvPr id="243" name="Text 36"/>
            <p:cNvSpPr/>
            <p:nvPr/>
          </p:nvSpPr>
          <p:spPr>
            <a:xfrm>
              <a:off x="12211" y="7114"/>
              <a:ext cx="1360" cy="313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p>
              <a:pPr marL="0" indent="0" algn="ctr">
                <a:buNone/>
              </a:pPr>
              <a:r>
                <a:rPr lang="zh-CN" altLang="en-US" sz="11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</a:rPr>
                <a:t>长期记忆</a:t>
              </a:r>
              <a:endParaRPr lang="zh-CN" altLang="en-US" sz="11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  <p:sp>
          <p:nvSpPr>
            <p:cNvPr id="124" name="Shape 5"/>
            <p:cNvSpPr/>
            <p:nvPr/>
          </p:nvSpPr>
          <p:spPr>
            <a:xfrm>
              <a:off x="12106" y="4668"/>
              <a:ext cx="1605" cy="454"/>
            </a:xfrm>
            <a:prstGeom prst="roundRect">
              <a:avLst>
                <a:gd name="adj" fmla="val 12566"/>
              </a:avLst>
            </a:prstGeom>
            <a:solidFill>
              <a:sysClr val="window" lastClr="FFFFFF"/>
            </a:solidFill>
            <a:ln w="15240">
              <a:solidFill>
                <a:srgbClr val="FFD2D0"/>
              </a:solidFill>
              <a:prstDash val="solid"/>
            </a:ln>
          </p:spPr>
          <p:txBody>
            <a:bodyPr lIns="36195" rIns="36195" anchor="ctr" anchorCtr="0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OPPOSans R" panose="00020600040101010101" charset="-122"/>
                </a:rPr>
                <a:t>当前任务上下文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  <a:sym typeface="OPPOSans R" panose="00020600040101010101" charset="-122"/>
              </a:endParaRPr>
            </a:p>
          </p:txBody>
        </p:sp>
        <p:sp>
          <p:nvSpPr>
            <p:cNvPr id="245" name="Shape 5"/>
            <p:cNvSpPr/>
            <p:nvPr/>
          </p:nvSpPr>
          <p:spPr>
            <a:xfrm>
              <a:off x="12106" y="5306"/>
              <a:ext cx="1605" cy="453"/>
            </a:xfrm>
            <a:prstGeom prst="roundRect">
              <a:avLst>
                <a:gd name="adj" fmla="val 12566"/>
              </a:avLst>
            </a:prstGeom>
            <a:solidFill>
              <a:sysClr val="window" lastClr="FFFFFF"/>
            </a:solidFill>
            <a:ln w="15240">
              <a:solidFill>
                <a:srgbClr val="FFD2D0"/>
              </a:solidFill>
              <a:prstDash val="solid"/>
            </a:ln>
          </p:spPr>
          <p:txBody>
            <a:bodyPr lIns="0" rIns="0" anchor="ctr" anchorCtr="0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OPPOSans R" panose="00020600040101010101" charset="-122"/>
                </a:rPr>
                <a:t>多</a:t>
              </a:r>
              <a:r>
                <a:rPr lang="en-US" altLang="zh-CN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+mn-ea"/>
                </a:rPr>
                <a:t>Agent</a:t>
              </a:r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OPPOSans R" panose="00020600040101010101" charset="-122"/>
                </a:rPr>
                <a:t>协作状态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  <a:sym typeface="OPPOSans R" panose="00020600040101010101" charset="-122"/>
              </a:endParaRPr>
            </a:p>
          </p:txBody>
        </p:sp>
        <p:sp>
          <p:nvSpPr>
            <p:cNvPr id="125" name="Shape 5"/>
            <p:cNvSpPr/>
            <p:nvPr/>
          </p:nvSpPr>
          <p:spPr>
            <a:xfrm>
              <a:off x="12106" y="5943"/>
              <a:ext cx="1605" cy="453"/>
            </a:xfrm>
            <a:prstGeom prst="roundRect">
              <a:avLst>
                <a:gd name="adj" fmla="val 12566"/>
              </a:avLst>
            </a:prstGeom>
            <a:solidFill>
              <a:sysClr val="window" lastClr="FFFFFF"/>
            </a:solidFill>
            <a:ln w="15240">
              <a:solidFill>
                <a:srgbClr val="FFD2D0"/>
              </a:solidFill>
              <a:prstDash val="solid"/>
            </a:ln>
          </p:spPr>
          <p:txBody>
            <a:bodyPr lIns="36195" rIns="36195" anchor="ctr" anchorCtr="0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OPPOSans R" panose="00020600040101010101" charset="-122"/>
                </a:rPr>
                <a:t>中间执行结果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  <a:sym typeface="OPPOSans R" panose="00020600040101010101" charset="-122"/>
              </a:endParaRPr>
            </a:p>
          </p:txBody>
        </p:sp>
        <p:sp>
          <p:nvSpPr>
            <p:cNvPr id="247" name="Shape 5"/>
            <p:cNvSpPr/>
            <p:nvPr/>
          </p:nvSpPr>
          <p:spPr>
            <a:xfrm>
              <a:off x="12106" y="7644"/>
              <a:ext cx="1605" cy="454"/>
            </a:xfrm>
            <a:prstGeom prst="roundRect">
              <a:avLst>
                <a:gd name="adj" fmla="val 12566"/>
              </a:avLst>
            </a:prstGeom>
            <a:solidFill>
              <a:sysClr val="window" lastClr="FFFFFF"/>
            </a:solidFill>
            <a:ln w="15240">
              <a:solidFill>
                <a:srgbClr val="FFD2D0"/>
              </a:solidFill>
              <a:prstDash val="solid"/>
            </a:ln>
          </p:spPr>
          <p:txBody>
            <a:bodyPr lIns="36195" rIns="36195" anchor="ctr" anchorCtr="0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OPPOSans R" panose="00020600040101010101" charset="-122"/>
                </a:rPr>
                <a:t>历史测试案例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  <a:sym typeface="OPPOSans R" panose="00020600040101010101" charset="-122"/>
              </a:endParaRPr>
            </a:p>
          </p:txBody>
        </p:sp>
        <p:sp>
          <p:nvSpPr>
            <p:cNvPr id="248" name="Shape 5"/>
            <p:cNvSpPr/>
            <p:nvPr/>
          </p:nvSpPr>
          <p:spPr>
            <a:xfrm>
              <a:off x="12106" y="8251"/>
              <a:ext cx="1605" cy="453"/>
            </a:xfrm>
            <a:prstGeom prst="roundRect">
              <a:avLst>
                <a:gd name="adj" fmla="val 12566"/>
              </a:avLst>
            </a:prstGeom>
            <a:solidFill>
              <a:sysClr val="window" lastClr="FFFFFF"/>
            </a:solidFill>
            <a:ln w="15240">
              <a:solidFill>
                <a:srgbClr val="FFD2D0"/>
              </a:solidFill>
              <a:prstDash val="solid"/>
            </a:ln>
          </p:spPr>
          <p:txBody>
            <a:bodyPr lIns="36195" rIns="36195" anchor="ctr" anchorCtr="0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OPPOSans R" panose="00020600040101010101" charset="-122"/>
                </a:rPr>
                <a:t>缺陷归因经验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  <a:sym typeface="OPPOSans R" panose="00020600040101010101" charset="-122"/>
              </a:endParaRPr>
            </a:p>
          </p:txBody>
        </p:sp>
        <p:sp>
          <p:nvSpPr>
            <p:cNvPr id="126" name="Shape 5"/>
            <p:cNvSpPr/>
            <p:nvPr/>
          </p:nvSpPr>
          <p:spPr>
            <a:xfrm>
              <a:off x="12106" y="8857"/>
              <a:ext cx="1605" cy="453"/>
            </a:xfrm>
            <a:prstGeom prst="roundRect">
              <a:avLst>
                <a:gd name="adj" fmla="val 12566"/>
              </a:avLst>
            </a:prstGeom>
            <a:solidFill>
              <a:sysClr val="window" lastClr="FFFFFF"/>
            </a:solidFill>
            <a:ln w="15240">
              <a:solidFill>
                <a:srgbClr val="FFD2D0"/>
              </a:solidFill>
              <a:prstDash val="solid"/>
            </a:ln>
          </p:spPr>
          <p:txBody>
            <a:bodyPr lIns="36195" rIns="36195" anchor="ctr" anchorCtr="0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OPPOSans R" panose="00020600040101010101" charset="-122"/>
                </a:rPr>
                <a:t>规则沉淀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  <a:sym typeface="OPPOSans R" panose="00020600040101010101" charset="-122"/>
              </a:endParaRPr>
            </a:p>
          </p:txBody>
        </p:sp>
        <p:sp>
          <p:nvSpPr>
            <p:cNvPr id="250" name="Shape 5"/>
            <p:cNvSpPr/>
            <p:nvPr/>
          </p:nvSpPr>
          <p:spPr>
            <a:xfrm>
              <a:off x="12106" y="9463"/>
              <a:ext cx="1605" cy="453"/>
            </a:xfrm>
            <a:prstGeom prst="roundRect">
              <a:avLst>
                <a:gd name="adj" fmla="val 12566"/>
              </a:avLst>
            </a:prstGeom>
            <a:solidFill>
              <a:sysClr val="window" lastClr="FFFFFF"/>
            </a:solidFill>
            <a:ln w="15240">
              <a:solidFill>
                <a:srgbClr val="FFD2D0"/>
              </a:solidFill>
              <a:prstDash val="solid"/>
            </a:ln>
          </p:spPr>
          <p:txBody>
            <a:bodyPr lIns="36195" rIns="36195" anchor="ctr" anchorCtr="0"/>
            <a:p>
              <a:pPr algn="ctr" fontAlgn="ctr"/>
              <a:r>
                <a:rPr lang="zh-CN" altLang="en-US" sz="1000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pitchFamily="34" charset="-120"/>
                  <a:sym typeface="OPPOSans R" panose="00020600040101010101" charset="-122"/>
                </a:rPr>
                <a:t>可复用策略</a:t>
              </a:r>
              <a:endPara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pitchFamily="34" charset="-120"/>
                <a:sym typeface="OPPOSans R" panose="00020600040101010101" charset="-122"/>
              </a:endParaRPr>
            </a:p>
          </p:txBody>
        </p:sp>
      </p:grpSp>
      <p:sp>
        <p:nvSpPr>
          <p:cNvPr id="4" name="Shape 5"/>
          <p:cNvSpPr/>
          <p:nvPr/>
        </p:nvSpPr>
        <p:spPr>
          <a:xfrm>
            <a:off x="4921864" y="5010150"/>
            <a:ext cx="1060932" cy="222250"/>
          </a:xfrm>
          <a:prstGeom prst="roundRect">
            <a:avLst>
              <a:gd name="adj" fmla="val 12566"/>
            </a:avLst>
          </a:prstGeom>
          <a:solidFill>
            <a:sysClr val="window" lastClr="FFFFFF"/>
          </a:solidFill>
          <a:ln w="15240">
            <a:solidFill>
              <a:srgbClr val="FFD2D0">
                <a:alpha val="50000"/>
              </a:srgbClr>
            </a:solidFill>
            <a:prstDash val="solid"/>
          </a:ln>
        </p:spPr>
        <p:txBody>
          <a:bodyPr lIns="0" rIns="0" anchor="ctr" anchorCtr="1"/>
          <a:p>
            <a:pPr algn="ctr" fontAlgn="ctr"/>
            <a:r>
              <a:rPr lang="en-US" altLang="zh-CN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OPPOSans R" panose="00020600040101010101" charset="-122"/>
              </a:rPr>
              <a:t>......</a:t>
            </a:r>
            <a:endParaRPr lang="en-US" altLang="zh-CN" sz="1000" dirty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OPPOSans R" panose="00020600040101010101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0312"/>
            <a:ext cx="978408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2400" b="1">
                <a:solidFill>
                  <a:srgbClr val="D40000"/>
                </a:solidFill>
                <a:latin typeface="Arial" panose="020B0604020202090204"/>
              </a:rPr>
              <a:t>2.1  </a:t>
            </a:r>
            <a:r>
              <a:rPr sz="2400" b="1">
                <a:solidFill>
                  <a:srgbClr val="252A34"/>
                </a:solidFill>
                <a:latin typeface="Arial" panose="020B0604020202090204"/>
              </a:rPr>
              <a:t>当前底座：四层分工，一条任务链</a:t>
            </a:r>
            <a:endParaRPr sz="2400" b="1">
              <a:solidFill>
                <a:srgbClr val="252A34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9707D"/>
                </a:solidFill>
                <a:latin typeface="Arial" panose="020B0604020202090204"/>
              </a:rPr>
              <a:t>工作台承接任务，平台守住边界，灵犀 Code（基于 OpenCode）完成推理和执行，数据层保证恢复与审计。</a:t>
            </a:r>
            <a:endParaRPr sz="1350" b="0">
              <a:solidFill>
                <a:srgbClr val="69707D"/>
              </a:solidFill>
              <a:latin typeface="Arial" panose="020B0604020202090204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1426463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D40000"/>
          </a:solidFill>
          <a:ln w="10160">
            <a:solidFill>
              <a:srgbClr val="D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1020" b="1">
                <a:solidFill>
                  <a:srgbClr val="FFFFFF"/>
                </a:solidFill>
                <a:latin typeface="Arial" panose="020B0604020202090204"/>
              </a:rPr>
              <a:t>用户工作台</a:t>
            </a:r>
            <a:endParaRPr sz="102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764792" y="1261872"/>
            <a:ext cx="6428232" cy="694944"/>
          </a:xfrm>
          <a:prstGeom prst="roundRect">
            <a:avLst>
              <a:gd name="adj" fmla="val 8000"/>
            </a:avLst>
          </a:prstGeom>
          <a:solidFill>
            <a:srgbClr val="FCEBEC"/>
          </a:solidFill>
          <a:ln w="10160">
            <a:solidFill>
              <a:srgbClr val="D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56816" y="1353312"/>
            <a:ext cx="39319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252A34"/>
                </a:solidFill>
                <a:latin typeface="Arial" panose="020B0604020202090204"/>
              </a:rPr>
              <a:t>提交任务、选择应用与工作区、查看过程和结果</a:t>
            </a:r>
            <a:endParaRPr sz="1120" b="1">
              <a:solidFill>
                <a:srgbClr val="252A34"/>
              </a:solidFill>
              <a:latin typeface="Arial" panose="020B060402020209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956816" y="1645919"/>
            <a:ext cx="5943600" cy="2103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D40000"/>
                </a:solidFill>
                <a:latin typeface="Arial" panose="020B0604020202090204"/>
              </a:rPr>
              <a:t>agent-web · frontend-opencode · backend-api</a:t>
            </a:r>
            <a:endParaRPr sz="930" b="0">
              <a:solidFill>
                <a:srgbClr val="D40000"/>
              </a:solidFill>
              <a:latin typeface="Arial" panose="020B0604020202090204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2920" y="2304288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252A34"/>
          </a:solidFill>
          <a:ln w="10160">
            <a:solidFill>
              <a:srgbClr val="25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1020" b="1">
                <a:solidFill>
                  <a:srgbClr val="FFFFFF"/>
                </a:solidFill>
                <a:latin typeface="Arial" panose="020B0604020202090204"/>
              </a:rPr>
              <a:t>平台控制面</a:t>
            </a:r>
            <a:endParaRPr sz="102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1764792" y="2139696"/>
            <a:ext cx="6428232" cy="694944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10160">
            <a:solidFill>
              <a:srgbClr val="25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56816" y="2231136"/>
            <a:ext cx="39319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252A34"/>
                </a:solidFill>
                <a:latin typeface="Arial" panose="020B0604020202090204"/>
              </a:rPr>
              <a:t>鉴权、路由、工作区、进程和运行态治理</a:t>
            </a:r>
            <a:endParaRPr sz="1120" b="1">
              <a:solidFill>
                <a:srgbClr val="252A34"/>
              </a:solidFill>
              <a:latin typeface="Arial" panose="020B060402020209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956816" y="2523744"/>
            <a:ext cx="5943600" cy="2103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52A34"/>
                </a:solidFill>
                <a:latin typeface="Arial" panose="020B0604020202090204"/>
              </a:rPr>
              <a:t>test-agent-api · workspace-management · opencode-runtime</a:t>
            </a:r>
            <a:endParaRPr sz="930" b="0">
              <a:solidFill>
                <a:srgbClr val="252A34"/>
              </a:solidFill>
              <a:latin typeface="Arial" panose="020B0604020202090204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02920" y="3182112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6B4FCB"/>
          </a:solidFill>
          <a:ln w="10160">
            <a:solidFill>
              <a:srgbClr val="6B4F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1020" b="1">
                <a:solidFill>
                  <a:srgbClr val="FFFFFF"/>
                </a:solidFill>
                <a:latin typeface="Arial" panose="020B0604020202090204"/>
              </a:rPr>
              <a:t>Agent 执行面</a:t>
            </a:r>
            <a:endParaRPr sz="102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1764792" y="3017520"/>
            <a:ext cx="6428232" cy="694944"/>
          </a:xfrm>
          <a:prstGeom prst="roundRect">
            <a:avLst>
              <a:gd name="adj" fmla="val 8000"/>
            </a:avLst>
          </a:prstGeom>
          <a:solidFill>
            <a:srgbClr val="F0ECFF"/>
          </a:solidFill>
          <a:ln w="10160">
            <a:solidFill>
              <a:srgbClr val="6B4F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57070" y="3108960"/>
            <a:ext cx="5127625" cy="25273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252A34"/>
                </a:solidFill>
                <a:latin typeface="Arial" panose="020B0604020202090204"/>
              </a:rPr>
              <a:t>在</a:t>
            </a:r>
            <a:r>
              <a:rPr lang="zh-CN" sz="1120" b="1">
                <a:solidFill>
                  <a:srgbClr val="252A34"/>
                </a:solidFill>
                <a:latin typeface="Arial" panose="020B0604020202090204"/>
              </a:rPr>
              <a:t>每个人的</a:t>
            </a:r>
            <a:r>
              <a:rPr lang="en-US" altLang="zh-CN" sz="1120" b="1">
                <a:solidFill>
                  <a:srgbClr val="252A34"/>
                </a:solidFill>
                <a:latin typeface="Arial" panose="020B0604020202090204"/>
              </a:rPr>
              <a:t>workspace</a:t>
            </a:r>
            <a:r>
              <a:rPr lang="zh-CN" altLang="en-US" sz="1120" b="1">
                <a:solidFill>
                  <a:srgbClr val="252A34"/>
                </a:solidFill>
                <a:latin typeface="Arial" panose="020B0604020202090204"/>
              </a:rPr>
              <a:t>，由</a:t>
            </a:r>
            <a:r>
              <a:rPr lang="en-US" altLang="zh-CN" sz="1120" b="1">
                <a:solidFill>
                  <a:srgbClr val="252A34"/>
                </a:solidFill>
                <a:latin typeface="Arial" panose="020B0604020202090204"/>
              </a:rPr>
              <a:t>agent</a:t>
            </a:r>
            <a:r>
              <a:rPr sz="1120" b="1">
                <a:solidFill>
                  <a:srgbClr val="252A34"/>
                </a:solidFill>
                <a:latin typeface="Arial" panose="020B0604020202090204"/>
              </a:rPr>
              <a:t>规划步骤、加载能力、调用工具</a:t>
            </a:r>
            <a:endParaRPr sz="1120" b="1">
              <a:solidFill>
                <a:srgbClr val="252A34"/>
              </a:solidFill>
              <a:latin typeface="Arial" panose="020B060402020209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956816" y="3401568"/>
            <a:ext cx="5943600" cy="2103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6B4FCB"/>
                </a:solidFill>
                <a:latin typeface="Arial" panose="020B0604020202090204"/>
              </a:rPr>
              <a:t>灵犀 Code 用户进程 · agents · skills · tools</a:t>
            </a:r>
            <a:endParaRPr sz="930" b="0">
              <a:solidFill>
                <a:srgbClr val="6B4FCB"/>
              </a:solidFill>
              <a:latin typeface="Arial" panose="020B0604020202090204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02920" y="4059935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238B62"/>
          </a:solidFill>
          <a:ln w="10160">
            <a:solidFill>
              <a:srgbClr val="238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1020" b="1">
                <a:solidFill>
                  <a:srgbClr val="FFFFFF"/>
                </a:solidFill>
                <a:latin typeface="Arial" panose="020B0604020202090204"/>
              </a:rPr>
              <a:t>运行支撑</a:t>
            </a:r>
            <a:endParaRPr sz="102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1764792" y="3895344"/>
            <a:ext cx="6428232" cy="694944"/>
          </a:xfrm>
          <a:prstGeom prst="roundRect">
            <a:avLst>
              <a:gd name="adj" fmla="val 8000"/>
            </a:avLst>
          </a:prstGeom>
          <a:solidFill>
            <a:srgbClr val="E9F7F1"/>
          </a:solidFill>
          <a:ln w="10160">
            <a:solidFill>
              <a:srgbClr val="238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56816" y="3986783"/>
            <a:ext cx="39319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252A34"/>
                </a:solidFill>
                <a:latin typeface="Arial" panose="020B0604020202090204"/>
              </a:rPr>
              <a:t>事件回传、文件访问、状态恢复、任务调度和审计</a:t>
            </a:r>
            <a:endParaRPr sz="1120" b="1">
              <a:solidFill>
                <a:srgbClr val="252A34"/>
              </a:solidFill>
              <a:latin typeface="Arial" panose="020B060402020209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956816" y="4279392"/>
            <a:ext cx="5943600" cy="2103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38B62"/>
                </a:solidFill>
                <a:latin typeface="Arial" panose="020B0604020202090204"/>
              </a:rPr>
              <a:t>RunEvent SSE · 文件 WS · Redis · PostgreSQL · manager</a:t>
            </a:r>
            <a:endParaRPr sz="930" b="0">
              <a:solidFill>
                <a:srgbClr val="238B62"/>
              </a:solidFill>
              <a:latin typeface="Arial" panose="020B0604020202090204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8449056" y="1261872"/>
            <a:ext cx="3236976" cy="3328416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 w="10160">
            <a:solidFill>
              <a:srgbClr val="3167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0" y="1490472"/>
            <a:ext cx="2761488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167D5"/>
                </a:solidFill>
                <a:latin typeface="Arial" panose="020B0604020202090204"/>
              </a:rPr>
              <a:t>一次任务怎样流动</a:t>
            </a:r>
            <a:endParaRPr sz="1600" b="1">
              <a:solidFill>
                <a:srgbClr val="3167D5"/>
              </a:solidFill>
              <a:latin typeface="Arial" panose="020B0604020202090204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8796528" y="1938528"/>
            <a:ext cx="292608" cy="274320"/>
          </a:xfrm>
          <a:prstGeom prst="roundRect">
            <a:avLst>
              <a:gd name="adj" fmla="val 8000"/>
            </a:avLst>
          </a:prstGeom>
          <a:solidFill>
            <a:srgbClr val="3167D5"/>
          </a:solidFill>
          <a:ln w="10160">
            <a:solidFill>
              <a:srgbClr val="3167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920" b="1">
                <a:solidFill>
                  <a:srgbClr val="FFFFFF"/>
                </a:solidFill>
                <a:latin typeface="Arial" panose="020B0604020202090204"/>
              </a:rPr>
              <a:t>1</a:t>
            </a:r>
            <a:endParaRPr sz="92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253728" y="1929384"/>
            <a:ext cx="1938528" cy="28346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252A34"/>
                </a:solidFill>
                <a:latin typeface="Arial" panose="020B0604020202090204"/>
              </a:rPr>
              <a:t>提交任务</a:t>
            </a:r>
            <a:endParaRPr sz="1120" b="1">
              <a:solidFill>
                <a:srgbClr val="252A34"/>
              </a:solidFill>
              <a:latin typeface="Arial" panose="020B060402020209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869680" y="2221992"/>
            <a:ext cx="164592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167D5"/>
                </a:solidFill>
                <a:latin typeface="Arial" panose="020B0604020202090204"/>
              </a:rPr>
              <a:t>↓</a:t>
            </a:r>
            <a:endParaRPr sz="1000" b="1">
              <a:solidFill>
                <a:srgbClr val="3167D5"/>
              </a:solidFill>
              <a:latin typeface="Arial" panose="020B0604020202090204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8796528" y="2432304"/>
            <a:ext cx="292608" cy="274320"/>
          </a:xfrm>
          <a:prstGeom prst="roundRect">
            <a:avLst>
              <a:gd name="adj" fmla="val 8000"/>
            </a:avLst>
          </a:prstGeom>
          <a:solidFill>
            <a:srgbClr val="3167D5"/>
          </a:solidFill>
          <a:ln w="10160">
            <a:solidFill>
              <a:srgbClr val="3167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920" b="1">
                <a:solidFill>
                  <a:srgbClr val="FFFFFF"/>
                </a:solidFill>
                <a:latin typeface="Arial" panose="020B0604020202090204"/>
              </a:rPr>
              <a:t>2</a:t>
            </a:r>
            <a:endParaRPr sz="92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9253728" y="2423160"/>
            <a:ext cx="1938528" cy="28346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252A34"/>
                </a:solidFill>
                <a:latin typeface="Arial" panose="020B0604020202090204"/>
              </a:rPr>
              <a:t>校验并路由</a:t>
            </a:r>
            <a:endParaRPr sz="1120" b="0">
              <a:solidFill>
                <a:srgbClr val="252A34"/>
              </a:solidFill>
              <a:latin typeface="Arial" panose="020B060402020209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869680" y="2715768"/>
            <a:ext cx="164592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167D5"/>
                </a:solidFill>
                <a:latin typeface="Arial" panose="020B0604020202090204"/>
              </a:rPr>
              <a:t>↓</a:t>
            </a:r>
            <a:endParaRPr sz="1000" b="1">
              <a:solidFill>
                <a:srgbClr val="3167D5"/>
              </a:solidFill>
              <a:latin typeface="Arial" panose="020B0604020202090204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8796528" y="2926080"/>
            <a:ext cx="292608" cy="274320"/>
          </a:xfrm>
          <a:prstGeom prst="roundRect">
            <a:avLst>
              <a:gd name="adj" fmla="val 8000"/>
            </a:avLst>
          </a:prstGeom>
          <a:solidFill>
            <a:srgbClr val="3167D5"/>
          </a:solidFill>
          <a:ln w="10160">
            <a:solidFill>
              <a:srgbClr val="3167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920" b="1">
                <a:solidFill>
                  <a:srgbClr val="FFFFFF"/>
                </a:solidFill>
                <a:latin typeface="Arial" panose="020B0604020202090204"/>
              </a:rPr>
              <a:t>3</a:t>
            </a:r>
            <a:endParaRPr sz="92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253728" y="2916936"/>
            <a:ext cx="1938528" cy="28346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252A34"/>
                </a:solidFill>
                <a:latin typeface="Arial" panose="020B0604020202090204"/>
              </a:rPr>
              <a:t>Agent 规划与执行</a:t>
            </a:r>
            <a:endParaRPr sz="1120" b="0">
              <a:solidFill>
                <a:srgbClr val="252A34"/>
              </a:solidFill>
              <a:latin typeface="Arial" panose="020B060402020209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869680" y="3209544"/>
            <a:ext cx="164592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167D5"/>
                </a:solidFill>
                <a:latin typeface="Arial" panose="020B0604020202090204"/>
              </a:rPr>
              <a:t>↓</a:t>
            </a:r>
            <a:endParaRPr sz="1000" b="1">
              <a:solidFill>
                <a:srgbClr val="3167D5"/>
              </a:solidFill>
              <a:latin typeface="Arial" panose="020B0604020202090204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8796528" y="3419856"/>
            <a:ext cx="292608" cy="274320"/>
          </a:xfrm>
          <a:prstGeom prst="roundRect">
            <a:avLst>
              <a:gd name="adj" fmla="val 8000"/>
            </a:avLst>
          </a:prstGeom>
          <a:solidFill>
            <a:srgbClr val="3167D5"/>
          </a:solidFill>
          <a:ln w="10160">
            <a:solidFill>
              <a:srgbClr val="3167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920" b="1">
                <a:solidFill>
                  <a:srgbClr val="FFFFFF"/>
                </a:solidFill>
                <a:latin typeface="Arial" panose="020B0604020202090204"/>
              </a:rPr>
              <a:t>4</a:t>
            </a:r>
            <a:endParaRPr sz="92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253728" y="3410712"/>
            <a:ext cx="1938528" cy="28346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252A34"/>
                </a:solidFill>
                <a:latin typeface="Arial" panose="020B0604020202090204"/>
              </a:rPr>
              <a:t>事件 / 文件回传</a:t>
            </a:r>
            <a:endParaRPr sz="1120" b="0">
              <a:solidFill>
                <a:srgbClr val="252A34"/>
              </a:solidFill>
              <a:latin typeface="Arial" panose="020B060402020209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869680" y="3703320"/>
            <a:ext cx="164592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167D5"/>
                </a:solidFill>
                <a:latin typeface="Arial" panose="020B0604020202090204"/>
              </a:rPr>
              <a:t>↓</a:t>
            </a:r>
            <a:endParaRPr sz="1000" b="1">
              <a:solidFill>
                <a:srgbClr val="3167D5"/>
              </a:solidFill>
              <a:latin typeface="Arial" panose="020B0604020202090204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8796528" y="3913632"/>
            <a:ext cx="292608" cy="274320"/>
          </a:xfrm>
          <a:prstGeom prst="roundRect">
            <a:avLst>
              <a:gd name="adj" fmla="val 8000"/>
            </a:avLst>
          </a:prstGeom>
          <a:solidFill>
            <a:srgbClr val="3167D5"/>
          </a:solidFill>
          <a:ln w="10160">
            <a:solidFill>
              <a:srgbClr val="3167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920" b="1">
                <a:solidFill>
                  <a:srgbClr val="FFFFFF"/>
                </a:solidFill>
                <a:latin typeface="Arial" panose="020B0604020202090204"/>
              </a:rPr>
              <a:t>5</a:t>
            </a:r>
            <a:endParaRPr sz="92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9253728" y="3904488"/>
            <a:ext cx="1938528" cy="28346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252A34"/>
                </a:solidFill>
                <a:latin typeface="Arial" panose="020B0604020202090204"/>
              </a:rPr>
              <a:t>结果与 Diff</a:t>
            </a:r>
            <a:endParaRPr sz="1120" b="1">
              <a:solidFill>
                <a:srgbClr val="252A34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视频</a:t>
            </a:r>
            <a:r>
              <a:rPr lang="zh-CN" altLang="en-US"/>
              <a:t>预留</a:t>
            </a:r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0312"/>
            <a:ext cx="978408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2400" b="1">
                <a:solidFill>
                  <a:srgbClr val="D40000"/>
                </a:solidFill>
                <a:latin typeface="Arial" panose="020B0604020202090204"/>
              </a:rPr>
              <a:t>3.2  </a:t>
            </a:r>
            <a:r>
              <a:rPr sz="2400" b="1">
                <a:solidFill>
                  <a:srgbClr val="252A34"/>
                </a:solidFill>
                <a:latin typeface="Arial" panose="020B0604020202090204"/>
              </a:rPr>
              <a:t>Agent、Skill、Tool、Docs 各司其职</a:t>
            </a:r>
            <a:endParaRPr sz="2400" b="1">
              <a:solidFill>
                <a:srgbClr val="252A34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1612880" y="6492240"/>
            <a:ext cx="41148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D40000"/>
                </a:solidFill>
                <a:latin typeface="Arial" panose="020B0604020202090204"/>
              </a:rPr>
              <a:t>7</a:t>
            </a:r>
            <a:endParaRPr sz="1000" b="1">
              <a:solidFill>
                <a:srgbClr val="D40000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9707D"/>
                </a:solidFill>
                <a:latin typeface="Arial" panose="020B0604020202090204"/>
              </a:rPr>
              <a:t>四者不是四套并列资产：Agent 做决策，Skill 给方法，Tool 执行动作，Docs 提供事实。</a:t>
            </a:r>
            <a:endParaRPr sz="1350" b="0">
              <a:solidFill>
                <a:srgbClr val="69707D"/>
              </a:solidFill>
              <a:latin typeface="Arial" panose="020B0604020202090204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1316736"/>
            <a:ext cx="2578608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67512" y="1490472"/>
            <a:ext cx="749808" cy="310896"/>
          </a:xfrm>
          <a:prstGeom prst="roundRect">
            <a:avLst>
              <a:gd name="adj" fmla="val 8000"/>
            </a:avLst>
          </a:prstGeom>
          <a:solidFill>
            <a:srgbClr val="D40000"/>
          </a:solidFill>
          <a:ln w="10160">
            <a:solidFill>
              <a:srgbClr val="D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 panose="020B0604020202090204"/>
              </a:rPr>
              <a:t>Agent</a:t>
            </a:r>
            <a:endParaRPr sz="105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545336" y="1481328"/>
            <a:ext cx="1298448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D40000"/>
                </a:solidFill>
                <a:latin typeface="Arial" panose="020B0604020202090204"/>
              </a:rPr>
              <a:t>做决策</a:t>
            </a:r>
            <a:endParaRPr sz="1450" b="1">
              <a:solidFill>
                <a:srgbClr val="D40000"/>
              </a:solidFill>
              <a:latin typeface="Arial" panose="020B060402020209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67512" y="1993392"/>
            <a:ext cx="2249424" cy="7498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80" b="0">
                <a:solidFill>
                  <a:srgbClr val="252A34"/>
                </a:solidFill>
                <a:latin typeface="Arial" panose="020B0604020202090204"/>
              </a:rPr>
              <a:t>• 理解目标与上下文</a:t>
            </a:r>
            <a:endParaRPr sz="1080" b="0">
              <a:solidFill>
                <a:srgbClr val="252A34"/>
              </a:solidFill>
              <a:latin typeface="Arial" panose="020B0604020202090204"/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80" b="0">
                <a:solidFill>
                  <a:srgbClr val="252A34"/>
                </a:solidFill>
                <a:latin typeface="Arial" panose="020B0604020202090204"/>
              </a:rPr>
              <a:t>• 决定下一步与协作关系</a:t>
            </a:r>
            <a:endParaRPr sz="1080" b="0">
              <a:solidFill>
                <a:srgbClr val="252A34"/>
              </a:solidFill>
              <a:latin typeface="Arial" panose="020B060402020209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67512" y="3054096"/>
            <a:ext cx="2249424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69707D"/>
                </a:solidFill>
                <a:latin typeface="Courier New" panose="02070409020205090404"/>
              </a:rPr>
              <a:t>.opencode/agents/*.md</a:t>
            </a:r>
            <a:endParaRPr sz="880" b="0">
              <a:solidFill>
                <a:srgbClr val="69707D"/>
              </a:solidFill>
              <a:latin typeface="Courier New" panose="02070409020205090404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355848" y="1316736"/>
            <a:ext cx="2578608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3167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20440" y="1490472"/>
            <a:ext cx="749808" cy="310896"/>
          </a:xfrm>
          <a:prstGeom prst="roundRect">
            <a:avLst>
              <a:gd name="adj" fmla="val 8000"/>
            </a:avLst>
          </a:prstGeom>
          <a:solidFill>
            <a:srgbClr val="3167D5"/>
          </a:solidFill>
          <a:ln w="10160">
            <a:solidFill>
              <a:srgbClr val="3167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 panose="020B0604020202090204"/>
              </a:rPr>
              <a:t>Skill</a:t>
            </a:r>
            <a:endParaRPr sz="105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398264" y="1481328"/>
            <a:ext cx="1298448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3167D5"/>
                </a:solidFill>
                <a:latin typeface="Arial" panose="020B0604020202090204"/>
              </a:rPr>
              <a:t>给方法</a:t>
            </a:r>
            <a:endParaRPr sz="1450" b="1">
              <a:solidFill>
                <a:srgbClr val="3167D5"/>
              </a:solidFill>
              <a:latin typeface="Arial" panose="020B060402020209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520440" y="1993392"/>
            <a:ext cx="2249424" cy="7498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80" b="0">
                <a:solidFill>
                  <a:srgbClr val="252A34"/>
                </a:solidFill>
                <a:latin typeface="Arial" panose="020B0604020202090204"/>
              </a:rPr>
              <a:t>• 定义适用条件和步骤</a:t>
            </a:r>
            <a:endParaRPr sz="1080" b="0">
              <a:solidFill>
                <a:srgbClr val="252A34"/>
              </a:solidFill>
              <a:latin typeface="Arial" panose="020B0604020202090204"/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80" b="0">
                <a:solidFill>
                  <a:srgbClr val="252A34"/>
                </a:solidFill>
                <a:latin typeface="Arial" panose="020B0604020202090204"/>
              </a:rPr>
              <a:t>• 约束输入、输出与验证</a:t>
            </a:r>
            <a:endParaRPr sz="1080" b="0">
              <a:solidFill>
                <a:srgbClr val="252A34"/>
              </a:solidFill>
              <a:latin typeface="Arial" panose="020B060402020209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520440" y="3054096"/>
            <a:ext cx="2249424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69707D"/>
                </a:solidFill>
                <a:latin typeface="Courier New" panose="02070409020205090404"/>
              </a:rPr>
              <a:t>.opencode/skills/*/SKILL.md</a:t>
            </a:r>
            <a:endParaRPr sz="880" b="0">
              <a:solidFill>
                <a:srgbClr val="69707D"/>
              </a:solidFill>
              <a:latin typeface="Courier New" panose="02070409020205090404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208776" y="1316736"/>
            <a:ext cx="2578608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6B4F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73368" y="1490472"/>
            <a:ext cx="749808" cy="310896"/>
          </a:xfrm>
          <a:prstGeom prst="roundRect">
            <a:avLst>
              <a:gd name="adj" fmla="val 8000"/>
            </a:avLst>
          </a:prstGeom>
          <a:solidFill>
            <a:srgbClr val="6B4FCB"/>
          </a:solidFill>
          <a:ln w="10160">
            <a:solidFill>
              <a:srgbClr val="6B4F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 panose="020B0604020202090204"/>
              </a:rPr>
              <a:t>Tool</a:t>
            </a:r>
            <a:endParaRPr sz="105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251192" y="1481328"/>
            <a:ext cx="1298448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B4FCB"/>
                </a:solidFill>
                <a:latin typeface="Arial" panose="020B0604020202090204"/>
              </a:rPr>
              <a:t>执行动作</a:t>
            </a:r>
            <a:endParaRPr sz="1450" b="1">
              <a:solidFill>
                <a:srgbClr val="6B4FCB"/>
              </a:solidFill>
              <a:latin typeface="Arial" panose="020B060402020209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373368" y="1993392"/>
            <a:ext cx="2249424" cy="7498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80" b="0">
                <a:solidFill>
                  <a:srgbClr val="252A34"/>
                </a:solidFill>
                <a:latin typeface="Arial" panose="020B0604020202090204"/>
              </a:rPr>
              <a:t>• 读写文件、调用 API</a:t>
            </a:r>
            <a:endParaRPr sz="1080" b="0">
              <a:solidFill>
                <a:srgbClr val="252A34"/>
              </a:solidFill>
              <a:latin typeface="Arial" panose="020B0604020202090204"/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80" b="0">
                <a:solidFill>
                  <a:srgbClr val="252A34"/>
                </a:solidFill>
                <a:latin typeface="Arial" panose="020B0604020202090204"/>
              </a:rPr>
              <a:t>• 浏览器、终端、MCP</a:t>
            </a:r>
            <a:endParaRPr sz="1080" b="0">
              <a:solidFill>
                <a:srgbClr val="252A34"/>
              </a:solidFill>
              <a:latin typeface="Arial" panose="020B060402020209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373368" y="3054096"/>
            <a:ext cx="2249424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69707D"/>
                </a:solidFill>
                <a:latin typeface="Courier New" panose="02070409020205090404"/>
              </a:rPr>
              <a:t>built-in / MCP / custom</a:t>
            </a:r>
            <a:endParaRPr sz="880" b="0">
              <a:solidFill>
                <a:srgbClr val="69707D"/>
              </a:solidFill>
              <a:latin typeface="Courier New" panose="02070409020205090404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9061704" y="1316736"/>
            <a:ext cx="2578608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238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26296" y="1490472"/>
            <a:ext cx="749808" cy="310896"/>
          </a:xfrm>
          <a:prstGeom prst="roundRect">
            <a:avLst>
              <a:gd name="adj" fmla="val 8000"/>
            </a:avLst>
          </a:prstGeom>
          <a:solidFill>
            <a:srgbClr val="238B62"/>
          </a:solidFill>
          <a:ln w="10160">
            <a:solidFill>
              <a:srgbClr val="238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 panose="020B0604020202090204"/>
              </a:rPr>
              <a:t>Docs</a:t>
            </a:r>
            <a:endParaRPr sz="105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104120" y="1481328"/>
            <a:ext cx="1298448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38B62"/>
                </a:solidFill>
                <a:latin typeface="Arial" panose="020B0604020202090204"/>
              </a:rPr>
              <a:t>提供事实</a:t>
            </a:r>
            <a:endParaRPr sz="1450" b="1">
              <a:solidFill>
                <a:srgbClr val="238B62"/>
              </a:solidFill>
              <a:latin typeface="Arial" panose="020B060402020209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226296" y="1993392"/>
            <a:ext cx="2249424" cy="7498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80" b="0">
                <a:solidFill>
                  <a:srgbClr val="252A34"/>
                </a:solidFill>
                <a:latin typeface="Arial" panose="020B0604020202090204"/>
              </a:rPr>
              <a:t>• 业务、接口、数据规则</a:t>
            </a:r>
            <a:endParaRPr sz="1080" b="0">
              <a:solidFill>
                <a:srgbClr val="252A34"/>
              </a:solidFill>
              <a:latin typeface="Arial" panose="020B0604020202090204"/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80" b="0">
                <a:solidFill>
                  <a:srgbClr val="252A34"/>
                </a:solidFill>
                <a:latin typeface="Arial" panose="020B0604020202090204"/>
              </a:rPr>
              <a:t>• 历史案例与缺陷模式</a:t>
            </a:r>
            <a:endParaRPr sz="1080" b="0">
              <a:solidFill>
                <a:srgbClr val="252A34"/>
              </a:solidFill>
              <a:latin typeface="Arial" panose="020B060402020209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226296" y="3054096"/>
            <a:ext cx="2249424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69707D"/>
                </a:solidFill>
                <a:latin typeface="Courier New" panose="02070409020205090404"/>
              </a:rPr>
              <a:t>docs/** + references</a:t>
            </a:r>
            <a:endParaRPr sz="880" b="0">
              <a:solidFill>
                <a:srgbClr val="69707D"/>
              </a:solidFill>
              <a:latin typeface="Courier New" panose="020704090202050904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94360" y="3822191"/>
            <a:ext cx="16916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2A34"/>
                </a:solidFill>
                <a:latin typeface="Arial" panose="020B0604020202090204"/>
              </a:rPr>
              <a:t>放到同一项任务里</a:t>
            </a:r>
            <a:endParaRPr sz="1500" b="1">
              <a:solidFill>
                <a:srgbClr val="252A34"/>
              </a:solidFill>
              <a:latin typeface="Arial" panose="020B0604020202090204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594360" y="4224528"/>
            <a:ext cx="10972800" cy="749808"/>
          </a:xfrm>
          <a:prstGeom prst="roundRect">
            <a:avLst>
              <a:gd name="adj" fmla="val 8000"/>
            </a:avLst>
          </a:prstGeom>
          <a:solidFill>
            <a:srgbClr val="FFF6F6"/>
          </a:solidFill>
          <a:ln w="10160">
            <a:solidFill>
              <a:srgbClr val="FCEB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2960" y="4434840"/>
            <a:ext cx="1883664" cy="320040"/>
          </a:xfrm>
          <a:prstGeom prst="roundRect">
            <a:avLst>
              <a:gd name="adj" fmla="val 8000"/>
            </a:avLst>
          </a:prstGeom>
          <a:solidFill>
            <a:srgbClr val="D40000"/>
          </a:solidFill>
          <a:ln w="10160">
            <a:solidFill>
              <a:srgbClr val="D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970" b="1">
                <a:solidFill>
                  <a:srgbClr val="FFFFFF"/>
                </a:solidFill>
                <a:latin typeface="Arial" panose="020B0604020202090204"/>
              </a:rPr>
              <a:t>测试设计 Agent</a:t>
            </a:r>
            <a:endParaRPr sz="97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28" name="Right Arrow 27"/>
          <p:cNvSpPr/>
          <p:nvPr/>
        </p:nvSpPr>
        <p:spPr>
          <a:xfrm>
            <a:off x="2779776" y="4507992"/>
            <a:ext cx="210312" cy="155448"/>
          </a:xfrm>
          <a:prstGeom prst="rightArrow">
            <a:avLst/>
          </a:prstGeom>
          <a:solidFill>
            <a:srgbClr val="D4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063240" y="4434840"/>
            <a:ext cx="2834640" cy="320040"/>
          </a:xfrm>
          <a:prstGeom prst="roundRect">
            <a:avLst>
              <a:gd name="adj" fmla="val 8000"/>
            </a:avLst>
          </a:prstGeom>
          <a:solidFill>
            <a:srgbClr val="D66A16"/>
          </a:solidFill>
          <a:ln w="10160">
            <a:solidFill>
              <a:srgbClr val="D6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970" b="1">
                <a:solidFill>
                  <a:srgbClr val="FFFFFF"/>
                </a:solidFill>
                <a:latin typeface="Arial" panose="020B0604020202090204"/>
              </a:rPr>
              <a:t>需求解析 / 测试点 / 边界 Skill</a:t>
            </a:r>
            <a:endParaRPr sz="97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30" name="Right Arrow 29"/>
          <p:cNvSpPr/>
          <p:nvPr/>
        </p:nvSpPr>
        <p:spPr>
          <a:xfrm>
            <a:off x="5971032" y="4507992"/>
            <a:ext cx="283463" cy="155448"/>
          </a:xfrm>
          <a:prstGeom prst="rightArrow">
            <a:avLst/>
          </a:prstGeom>
          <a:solidFill>
            <a:srgbClr val="D66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327648" y="4434840"/>
            <a:ext cx="2359152" cy="320040"/>
          </a:xfrm>
          <a:prstGeom prst="roundRect">
            <a:avLst>
              <a:gd name="adj" fmla="val 8000"/>
            </a:avLst>
          </a:prstGeom>
          <a:solidFill>
            <a:srgbClr val="6B4FCB"/>
          </a:solidFill>
          <a:ln w="10160">
            <a:solidFill>
              <a:srgbClr val="6B4F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970" b="1">
                <a:solidFill>
                  <a:srgbClr val="FFFFFF"/>
                </a:solidFill>
                <a:latin typeface="Arial" panose="020B0604020202090204"/>
              </a:rPr>
              <a:t>Tool 读取 docs 与代码</a:t>
            </a:r>
            <a:endParaRPr sz="97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32" name="Right Arrow 31"/>
          <p:cNvSpPr/>
          <p:nvPr/>
        </p:nvSpPr>
        <p:spPr>
          <a:xfrm>
            <a:off x="8759952" y="4507992"/>
            <a:ext cx="292608" cy="155448"/>
          </a:xfrm>
          <a:prstGeom prst="rightArrow">
            <a:avLst/>
          </a:prstGeom>
          <a:solidFill>
            <a:srgbClr val="6B4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125712" y="4434840"/>
            <a:ext cx="2029968" cy="320040"/>
          </a:xfrm>
          <a:prstGeom prst="roundRect">
            <a:avLst>
              <a:gd name="adj" fmla="val 8000"/>
            </a:avLst>
          </a:prstGeom>
          <a:solidFill>
            <a:srgbClr val="238B62"/>
          </a:solidFill>
          <a:ln w="10160">
            <a:solidFill>
              <a:srgbClr val="238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970" b="1">
                <a:solidFill>
                  <a:srgbClr val="FFFFFF"/>
                </a:solidFill>
                <a:latin typeface="Arial" panose="020B0604020202090204"/>
              </a:rPr>
              <a:t>输出案例契约</a:t>
            </a:r>
            <a:endParaRPr sz="97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594360" y="5193792"/>
            <a:ext cx="10972800" cy="749808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 w="10160">
            <a:solidFill>
              <a:srgbClr val="3167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22960" y="5404104"/>
            <a:ext cx="1883664" cy="320040"/>
          </a:xfrm>
          <a:prstGeom prst="roundRect">
            <a:avLst>
              <a:gd name="adj" fmla="val 8000"/>
            </a:avLst>
          </a:prstGeom>
          <a:solidFill>
            <a:srgbClr val="3167D5"/>
          </a:solidFill>
          <a:ln w="10160">
            <a:solidFill>
              <a:srgbClr val="3167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970" b="1">
                <a:solidFill>
                  <a:srgbClr val="FFFFFF"/>
                </a:solidFill>
                <a:latin typeface="Arial" panose="020B0604020202090204"/>
              </a:rPr>
              <a:t>测试执行 Agent</a:t>
            </a:r>
            <a:endParaRPr sz="97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36" name="Right Arrow 35"/>
          <p:cNvSpPr/>
          <p:nvPr/>
        </p:nvSpPr>
        <p:spPr>
          <a:xfrm>
            <a:off x="2779776" y="5477256"/>
            <a:ext cx="210312" cy="155448"/>
          </a:xfrm>
          <a:prstGeom prst="rightArrow">
            <a:avLst/>
          </a:prstGeom>
          <a:solidFill>
            <a:srgbClr val="3167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063240" y="5404104"/>
            <a:ext cx="2834640" cy="320040"/>
          </a:xfrm>
          <a:prstGeom prst="roundRect">
            <a:avLst>
              <a:gd name="adj" fmla="val 8000"/>
            </a:avLst>
          </a:prstGeom>
          <a:solidFill>
            <a:srgbClr val="6B4FCB"/>
          </a:solidFill>
          <a:ln w="10160">
            <a:solidFill>
              <a:srgbClr val="6B4F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970" b="1">
                <a:solidFill>
                  <a:srgbClr val="FFFFFF"/>
                </a:solidFill>
                <a:latin typeface="Arial" panose="020B0604020202090204"/>
              </a:rPr>
              <a:t>API / UI / 数据执行 Skill</a:t>
            </a:r>
            <a:endParaRPr sz="97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38" name="Right Arrow 37"/>
          <p:cNvSpPr/>
          <p:nvPr/>
        </p:nvSpPr>
        <p:spPr>
          <a:xfrm>
            <a:off x="5971032" y="5477256"/>
            <a:ext cx="283463" cy="155448"/>
          </a:xfrm>
          <a:prstGeom prst="rightArrow">
            <a:avLst/>
          </a:prstGeom>
          <a:solidFill>
            <a:srgbClr val="6B4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327648" y="5404104"/>
            <a:ext cx="2359152" cy="320040"/>
          </a:xfrm>
          <a:prstGeom prst="roundRect">
            <a:avLst>
              <a:gd name="adj" fmla="val 8000"/>
            </a:avLst>
          </a:prstGeom>
          <a:solidFill>
            <a:srgbClr val="D66A16"/>
          </a:solidFill>
          <a:ln w="10160">
            <a:solidFill>
              <a:srgbClr val="D6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970" b="1">
                <a:solidFill>
                  <a:srgbClr val="FFFFFF"/>
                </a:solidFill>
                <a:latin typeface="Arial" panose="020B0604020202090204"/>
              </a:rPr>
              <a:t>Tool 执行并采证</a:t>
            </a:r>
            <a:endParaRPr sz="97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40" name="Right Arrow 39"/>
          <p:cNvSpPr/>
          <p:nvPr/>
        </p:nvSpPr>
        <p:spPr>
          <a:xfrm>
            <a:off x="8759952" y="5477256"/>
            <a:ext cx="292608" cy="155448"/>
          </a:xfrm>
          <a:prstGeom prst="rightArrow">
            <a:avLst/>
          </a:prstGeom>
          <a:solidFill>
            <a:srgbClr val="D66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125712" y="5404104"/>
            <a:ext cx="2029968" cy="320040"/>
          </a:xfrm>
          <a:prstGeom prst="roundRect">
            <a:avLst>
              <a:gd name="adj" fmla="val 8000"/>
            </a:avLst>
          </a:prstGeom>
          <a:solidFill>
            <a:srgbClr val="238B62"/>
          </a:solidFill>
          <a:ln w="10160">
            <a:solidFill>
              <a:srgbClr val="238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970" b="1">
                <a:solidFill>
                  <a:srgbClr val="FFFFFF"/>
                </a:solidFill>
                <a:latin typeface="Arial" panose="020B0604020202090204"/>
              </a:rPr>
              <a:t>输出报告与 Diff</a:t>
            </a:r>
            <a:endParaRPr sz="970" b="1">
              <a:solidFill>
                <a:srgbClr val="FFFFFF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0312"/>
            <a:ext cx="978408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2400" b="1">
                <a:solidFill>
                  <a:srgbClr val="D40000"/>
                </a:solidFill>
                <a:latin typeface="Arial" panose="020B0604020202090204"/>
              </a:rPr>
              <a:t>3.1  </a:t>
            </a:r>
            <a:r>
              <a:rPr sz="2400" b="1">
                <a:solidFill>
                  <a:srgbClr val="252A34"/>
                </a:solidFill>
                <a:latin typeface="Arial" panose="020B0604020202090204"/>
              </a:rPr>
              <a:t>一项测试任务：从详细设计到执行报告</a:t>
            </a:r>
            <a:endParaRPr sz="2400" b="1">
              <a:solidFill>
                <a:srgbClr val="252A34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1612880" y="6492240"/>
            <a:ext cx="41148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D40000"/>
                </a:solidFill>
                <a:latin typeface="Arial" panose="020B0604020202090204"/>
              </a:rPr>
              <a:t>6</a:t>
            </a:r>
            <a:endParaRPr sz="1000" b="1">
              <a:solidFill>
                <a:srgbClr val="D40000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9707D"/>
                </a:solidFill>
                <a:latin typeface="Arial" panose="020B0604020202090204"/>
              </a:rPr>
              <a:t>设计和执行不是两套流程：前一阶段输出直接成为后一阶段输入，执行证据再反向修正设计。</a:t>
            </a:r>
            <a:endParaRPr sz="1350" b="0">
              <a:solidFill>
                <a:srgbClr val="69707D"/>
              </a:solidFill>
              <a:latin typeface="Arial" panose="020B0604020202090204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365760" y="1298448"/>
            <a:ext cx="1828800" cy="3639312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10160">
            <a:solidFill>
              <a:srgbClr val="25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12064" y="1463039"/>
            <a:ext cx="896112" cy="274320"/>
          </a:xfrm>
          <a:prstGeom prst="roundRect">
            <a:avLst>
              <a:gd name="adj" fmla="val 8000"/>
            </a:avLst>
          </a:prstGeom>
          <a:solidFill>
            <a:srgbClr val="252A34"/>
          </a:solidFill>
          <a:ln w="10160">
            <a:solidFill>
              <a:srgbClr val="252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840" b="1">
                <a:solidFill>
                  <a:srgbClr val="FFFFFF"/>
                </a:solidFill>
                <a:latin typeface="Arial" panose="020B0604020202090204"/>
              </a:rPr>
              <a:t>INPUT</a:t>
            </a:r>
            <a:endParaRPr sz="84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1938528"/>
            <a:ext cx="1554480" cy="42062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>
                <a:solidFill>
                  <a:srgbClr val="252A34"/>
                </a:solidFill>
                <a:latin typeface="Arial" panose="020B0604020202090204"/>
              </a:rPr>
              <a:t>任务输入</a:t>
            </a:r>
            <a:endParaRPr sz="1420" b="1">
              <a:solidFill>
                <a:srgbClr val="252A34"/>
              </a:solidFill>
              <a:latin typeface="Arial" panose="020B060402020209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12064" y="2596896"/>
            <a:ext cx="1536192" cy="16642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40" b="0">
                <a:solidFill>
                  <a:srgbClr val="252A34"/>
                </a:solidFill>
                <a:latin typeface="Arial" panose="020B0604020202090204"/>
              </a:rPr>
              <a:t>• 详细设计</a:t>
            </a:r>
            <a:endParaRPr sz="1040" b="0">
              <a:solidFill>
                <a:srgbClr val="252A34"/>
              </a:solidFill>
              <a:latin typeface="Arial" panose="020B0604020202090204"/>
            </a:endParaRP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40" b="0">
                <a:solidFill>
                  <a:srgbClr val="252A34"/>
                </a:solidFill>
                <a:latin typeface="Arial" panose="020B0604020202090204"/>
              </a:rPr>
              <a:t>• 代码变更</a:t>
            </a:r>
            <a:endParaRPr sz="1040" b="0">
              <a:solidFill>
                <a:srgbClr val="252A34"/>
              </a:solidFill>
              <a:latin typeface="Arial" panose="020B0604020202090204"/>
            </a:endParaRP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40" b="0">
                <a:solidFill>
                  <a:srgbClr val="252A34"/>
                </a:solidFill>
                <a:latin typeface="Arial" panose="020B0604020202090204"/>
              </a:rPr>
              <a:t>• docs 资产</a:t>
            </a:r>
            <a:endParaRPr sz="1040" b="0">
              <a:solidFill>
                <a:srgbClr val="252A34"/>
              </a:solidFill>
              <a:latin typeface="Arial" panose="020B0604020202090204"/>
            </a:endParaRP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40" b="0">
                <a:solidFill>
                  <a:srgbClr val="252A34"/>
                </a:solidFill>
                <a:latin typeface="Arial" panose="020B0604020202090204"/>
              </a:rPr>
              <a:t>• 存量案例</a:t>
            </a:r>
            <a:endParaRPr sz="1040" b="0">
              <a:solidFill>
                <a:srgbClr val="252A34"/>
              </a:solidFill>
              <a:latin typeface="Arial" panose="020B0604020202090204"/>
            </a:endParaRPr>
          </a:p>
        </p:txBody>
      </p:sp>
      <p:sp>
        <p:nvSpPr>
          <p:cNvPr id="9" name="Right Arrow 8"/>
          <p:cNvSpPr/>
          <p:nvPr/>
        </p:nvSpPr>
        <p:spPr>
          <a:xfrm>
            <a:off x="2267712" y="2834640"/>
            <a:ext cx="164592" cy="210312"/>
          </a:xfrm>
          <a:prstGeom prst="rightArrow">
            <a:avLst/>
          </a:prstGeom>
          <a:solidFill>
            <a:srgbClr val="252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468880" y="1298448"/>
            <a:ext cx="2011680" cy="3639312"/>
          </a:xfrm>
          <a:prstGeom prst="roundRect">
            <a:avLst>
              <a:gd name="adj" fmla="val 8000"/>
            </a:avLst>
          </a:prstGeom>
          <a:solidFill>
            <a:srgbClr val="FFF6F6"/>
          </a:solidFill>
          <a:ln w="10160">
            <a:solidFill>
              <a:srgbClr val="D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615184" y="1463039"/>
            <a:ext cx="896112" cy="274320"/>
          </a:xfrm>
          <a:prstGeom prst="roundRect">
            <a:avLst>
              <a:gd name="adj" fmla="val 8000"/>
            </a:avLst>
          </a:prstGeom>
          <a:solidFill>
            <a:srgbClr val="D40000"/>
          </a:solidFill>
          <a:ln w="10160">
            <a:solidFill>
              <a:srgbClr val="D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840" b="1">
                <a:solidFill>
                  <a:srgbClr val="FFFFFF"/>
                </a:solidFill>
                <a:latin typeface="Arial" panose="020B0604020202090204"/>
              </a:rPr>
              <a:t>DESIGN</a:t>
            </a:r>
            <a:endParaRPr sz="84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606040" y="1938528"/>
            <a:ext cx="1737360" cy="42062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>
                <a:solidFill>
                  <a:srgbClr val="D40000"/>
                </a:solidFill>
                <a:latin typeface="Arial" panose="020B0604020202090204"/>
              </a:rPr>
              <a:t>测试设计 Agent</a:t>
            </a:r>
            <a:endParaRPr sz="1420" b="1">
              <a:solidFill>
                <a:srgbClr val="D40000"/>
              </a:solidFill>
              <a:latin typeface="Arial" panose="020B060402020209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615184" y="2596896"/>
            <a:ext cx="1719072" cy="16642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40" b="0">
                <a:solidFill>
                  <a:srgbClr val="252A34"/>
                </a:solidFill>
                <a:latin typeface="Arial" panose="020B0604020202090204"/>
              </a:rPr>
              <a:t>• 理解范围</a:t>
            </a:r>
            <a:endParaRPr sz="1040" b="0">
              <a:solidFill>
                <a:srgbClr val="252A34"/>
              </a:solidFill>
              <a:latin typeface="Arial" panose="020B0604020202090204"/>
            </a:endParaRP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40" b="0">
                <a:solidFill>
                  <a:srgbClr val="252A34"/>
                </a:solidFill>
                <a:latin typeface="Arial" panose="020B0604020202090204"/>
              </a:rPr>
              <a:t>• 识别路径和风险</a:t>
            </a:r>
            <a:endParaRPr sz="1040" b="0">
              <a:solidFill>
                <a:srgbClr val="252A34"/>
              </a:solidFill>
              <a:latin typeface="Arial" panose="020B0604020202090204"/>
            </a:endParaRP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40" b="0">
                <a:solidFill>
                  <a:srgbClr val="252A34"/>
                </a:solidFill>
                <a:latin typeface="Arial" panose="020B0604020202090204"/>
              </a:rPr>
              <a:t>• 调用设计类 Skill</a:t>
            </a:r>
            <a:endParaRPr sz="1040" b="0">
              <a:solidFill>
                <a:srgbClr val="252A34"/>
              </a:solidFill>
              <a:latin typeface="Arial" panose="020B0604020202090204"/>
            </a:endParaRP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40" b="0">
                <a:solidFill>
                  <a:srgbClr val="252A34"/>
                </a:solidFill>
                <a:latin typeface="Arial" panose="020B0604020202090204"/>
              </a:rPr>
              <a:t>• 生成结构化案例</a:t>
            </a:r>
            <a:endParaRPr sz="1040" b="0">
              <a:solidFill>
                <a:srgbClr val="252A34"/>
              </a:solidFill>
              <a:latin typeface="Arial" panose="020B0604020202090204"/>
            </a:endParaRPr>
          </a:p>
        </p:txBody>
      </p:sp>
      <p:sp>
        <p:nvSpPr>
          <p:cNvPr id="14" name="Right Arrow 13"/>
          <p:cNvSpPr/>
          <p:nvPr/>
        </p:nvSpPr>
        <p:spPr>
          <a:xfrm>
            <a:off x="4553712" y="2834640"/>
            <a:ext cx="164592" cy="210312"/>
          </a:xfrm>
          <a:prstGeom prst="rightArrow">
            <a:avLst/>
          </a:prstGeom>
          <a:solidFill>
            <a:srgbClr val="D4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0" y="1298448"/>
            <a:ext cx="2395728" cy="3639312"/>
          </a:xfrm>
          <a:prstGeom prst="roundRect">
            <a:avLst>
              <a:gd name="adj" fmla="val 8000"/>
            </a:avLst>
          </a:prstGeom>
          <a:solidFill>
            <a:srgbClr val="262A33"/>
          </a:solidFill>
          <a:ln w="10160">
            <a:solidFill>
              <a:srgbClr val="262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901184" y="1463039"/>
            <a:ext cx="896112" cy="274320"/>
          </a:xfrm>
          <a:prstGeom prst="roundRect">
            <a:avLst>
              <a:gd name="adj" fmla="val 8000"/>
            </a:avLst>
          </a:prstGeom>
          <a:solidFill>
            <a:srgbClr val="D40000"/>
          </a:solidFill>
          <a:ln w="10160">
            <a:solidFill>
              <a:srgbClr val="D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840" b="1">
                <a:solidFill>
                  <a:srgbClr val="FFFFFF"/>
                </a:solidFill>
                <a:latin typeface="Arial" panose="020B0604020202090204"/>
              </a:rPr>
              <a:t>CONTRACT</a:t>
            </a:r>
            <a:endParaRPr sz="84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892040" y="1938528"/>
            <a:ext cx="2121408" cy="42062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>
                <a:solidFill>
                  <a:srgbClr val="FFFFFF"/>
                </a:solidFill>
                <a:latin typeface="Arial" panose="020B0604020202090204"/>
              </a:rPr>
              <a:t>统一案例契约</a:t>
            </a:r>
            <a:endParaRPr sz="142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901184" y="2596896"/>
            <a:ext cx="2103120" cy="16642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40" b="0">
                <a:solidFill>
                  <a:srgbClr val="FFFFFF"/>
                </a:solidFill>
                <a:latin typeface="Arial" panose="020B0604020202090204"/>
              </a:rPr>
              <a:t>• case_id / scenario</a:t>
            </a:r>
            <a:endParaRPr sz="1040" b="0">
              <a:solidFill>
                <a:srgbClr val="FFFFFF"/>
              </a:solidFill>
              <a:latin typeface="Arial" panose="020B0604020202090204"/>
            </a:endParaRP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40" b="0">
                <a:solidFill>
                  <a:srgbClr val="FFFFFF"/>
                </a:solidFill>
                <a:latin typeface="Arial" panose="020B0604020202090204"/>
              </a:rPr>
              <a:t>• steps / test_data</a:t>
            </a:r>
            <a:endParaRPr sz="1040" b="0">
              <a:solidFill>
                <a:srgbClr val="FFFFFF"/>
              </a:solidFill>
              <a:latin typeface="Arial" panose="020B0604020202090204"/>
            </a:endParaRP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40" b="0">
                <a:solidFill>
                  <a:srgbClr val="FFFFFF"/>
                </a:solidFill>
                <a:latin typeface="Arial" panose="020B0604020202090204"/>
              </a:rPr>
              <a:t>• expected / target</a:t>
            </a:r>
            <a:endParaRPr sz="1040" b="0">
              <a:solidFill>
                <a:srgbClr val="FFFFFF"/>
              </a:solidFill>
              <a:latin typeface="Arial" panose="020B0604020202090204"/>
            </a:endParaRP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40" b="0">
                <a:solidFill>
                  <a:srgbClr val="FFFFFF"/>
                </a:solidFill>
                <a:latin typeface="Arial" panose="020B0604020202090204"/>
              </a:rPr>
              <a:t>• evidence 要求</a:t>
            </a:r>
            <a:endParaRPr sz="1040" b="0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19" name="Right Arrow 18"/>
          <p:cNvSpPr/>
          <p:nvPr/>
        </p:nvSpPr>
        <p:spPr>
          <a:xfrm>
            <a:off x="7223760" y="2834640"/>
            <a:ext cx="164592" cy="210312"/>
          </a:xfrm>
          <a:prstGeom prst="rightArrow">
            <a:avLst/>
          </a:prstGeom>
          <a:solidFill>
            <a:srgbClr val="D4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24927" y="1298448"/>
            <a:ext cx="2011680" cy="3639312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 w="12700" cap="flat" cmpd="sng">
            <a:solidFill>
              <a:schemeClr val="accent1">
                <a:shade val="50000"/>
              </a:schemeClr>
            </a:solidFill>
            <a:prstDash val="dash"/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71231" y="1463039"/>
            <a:ext cx="896112" cy="274320"/>
          </a:xfrm>
          <a:prstGeom prst="roundRect">
            <a:avLst>
              <a:gd name="adj" fmla="val 8000"/>
            </a:avLst>
          </a:prstGeom>
          <a:solidFill>
            <a:srgbClr val="3167D5"/>
          </a:solidFill>
          <a:ln w="10160">
            <a:solidFill>
              <a:srgbClr val="3167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840" b="1">
                <a:solidFill>
                  <a:srgbClr val="FFFFFF"/>
                </a:solidFill>
                <a:latin typeface="Arial" panose="020B0604020202090204"/>
              </a:rPr>
              <a:t>EXECUTE</a:t>
            </a:r>
            <a:endParaRPr sz="84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562088" y="1938528"/>
            <a:ext cx="1737360" cy="42062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>
                <a:solidFill>
                  <a:srgbClr val="3167D5"/>
                </a:solidFill>
                <a:latin typeface="Arial" panose="020B0604020202090204"/>
              </a:rPr>
              <a:t>测试执行 Agent</a:t>
            </a:r>
            <a:endParaRPr sz="1420" b="1">
              <a:solidFill>
                <a:srgbClr val="3167D5"/>
              </a:solidFill>
              <a:latin typeface="Arial" panose="020B060402020209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571231" y="2596896"/>
            <a:ext cx="1719072" cy="16642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40" b="0">
                <a:solidFill>
                  <a:srgbClr val="252A34"/>
                </a:solidFill>
                <a:latin typeface="Arial" panose="020B0604020202090204"/>
              </a:rPr>
              <a:t>• 按 target 选 Skill</a:t>
            </a:r>
            <a:endParaRPr sz="1040" b="0">
              <a:solidFill>
                <a:srgbClr val="252A34"/>
              </a:solidFill>
              <a:latin typeface="Arial" panose="020B0604020202090204"/>
            </a:endParaRP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40" b="0">
                <a:solidFill>
                  <a:srgbClr val="252A34"/>
                </a:solidFill>
                <a:latin typeface="Arial" panose="020B0604020202090204"/>
              </a:rPr>
              <a:t>• 生成 / 复用脚本</a:t>
            </a:r>
            <a:endParaRPr sz="1040" b="0">
              <a:solidFill>
                <a:srgbClr val="252A34"/>
              </a:solidFill>
              <a:latin typeface="Arial" panose="020B0604020202090204"/>
            </a:endParaRP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40" b="0">
                <a:solidFill>
                  <a:srgbClr val="252A34"/>
                </a:solidFill>
                <a:latin typeface="Arial" panose="020B0604020202090204"/>
              </a:rPr>
              <a:t>• 调用 API / UI Tool</a:t>
            </a:r>
            <a:endParaRPr sz="1040" b="0">
              <a:solidFill>
                <a:srgbClr val="252A34"/>
              </a:solidFill>
              <a:latin typeface="Arial" panose="020B0604020202090204"/>
            </a:endParaRP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40" b="0">
                <a:solidFill>
                  <a:srgbClr val="252A34"/>
                </a:solidFill>
                <a:latin typeface="Arial" panose="020B0604020202090204"/>
              </a:rPr>
              <a:t>• 断言并采集证据</a:t>
            </a:r>
            <a:endParaRPr sz="1040" b="0">
              <a:solidFill>
                <a:srgbClr val="252A34"/>
              </a:solidFill>
              <a:latin typeface="Arial" panose="020B0604020202090204"/>
            </a:endParaRPr>
          </a:p>
        </p:txBody>
      </p:sp>
      <p:sp>
        <p:nvSpPr>
          <p:cNvPr id="24" name="Right Arrow 23"/>
          <p:cNvSpPr/>
          <p:nvPr/>
        </p:nvSpPr>
        <p:spPr>
          <a:xfrm>
            <a:off x="9509760" y="2834640"/>
            <a:ext cx="164592" cy="210312"/>
          </a:xfrm>
          <a:prstGeom prst="rightArrow">
            <a:avLst/>
          </a:prstGeom>
          <a:solidFill>
            <a:srgbClr val="3167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710928" y="1298448"/>
            <a:ext cx="2103120" cy="3639312"/>
          </a:xfrm>
          <a:prstGeom prst="roundRect">
            <a:avLst>
              <a:gd name="adj" fmla="val 8000"/>
            </a:avLst>
          </a:prstGeom>
          <a:solidFill>
            <a:srgbClr val="E9F7F1"/>
          </a:solidFill>
          <a:ln w="12700" cmpd="sng">
            <a:solidFill>
              <a:schemeClr val="accent1">
                <a:shade val="50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857232" y="1463039"/>
            <a:ext cx="896112" cy="274320"/>
          </a:xfrm>
          <a:prstGeom prst="roundRect">
            <a:avLst>
              <a:gd name="adj" fmla="val 8000"/>
            </a:avLst>
          </a:prstGeom>
          <a:solidFill>
            <a:srgbClr val="238B62"/>
          </a:solidFill>
          <a:ln w="10160">
            <a:solidFill>
              <a:srgbClr val="238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840" b="1">
                <a:solidFill>
                  <a:srgbClr val="FFFFFF"/>
                </a:solidFill>
                <a:latin typeface="Arial" panose="020B0604020202090204"/>
              </a:rPr>
              <a:t>OUTPUT</a:t>
            </a:r>
            <a:endParaRPr sz="84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9848088" y="1938528"/>
            <a:ext cx="1828799" cy="42062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>
                <a:solidFill>
                  <a:srgbClr val="238B62"/>
                </a:solidFill>
                <a:latin typeface="Arial" panose="020B0604020202090204"/>
              </a:rPr>
              <a:t>任务输出</a:t>
            </a:r>
            <a:endParaRPr sz="1420" b="1">
              <a:solidFill>
                <a:srgbClr val="238B62"/>
              </a:solidFill>
              <a:latin typeface="Arial" panose="020B060402020209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9857232" y="2596896"/>
            <a:ext cx="1810511" cy="16642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40" b="0">
                <a:solidFill>
                  <a:srgbClr val="252A34"/>
                </a:solidFill>
                <a:latin typeface="Arial" panose="020B0604020202090204"/>
              </a:rPr>
              <a:t>• 执行状态</a:t>
            </a:r>
            <a:endParaRPr sz="1040" b="0">
              <a:solidFill>
                <a:srgbClr val="252A34"/>
              </a:solidFill>
              <a:latin typeface="Arial" panose="020B0604020202090204"/>
            </a:endParaRP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40" b="0">
                <a:solidFill>
                  <a:srgbClr val="252A34"/>
                </a:solidFill>
                <a:latin typeface="Arial" panose="020B0604020202090204"/>
              </a:rPr>
              <a:t>• 响应 / 截图</a:t>
            </a:r>
            <a:endParaRPr sz="1040" b="0">
              <a:solidFill>
                <a:srgbClr val="252A34"/>
              </a:solidFill>
              <a:latin typeface="Arial" panose="020B0604020202090204"/>
            </a:endParaRP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40" b="0">
                <a:solidFill>
                  <a:srgbClr val="252A34"/>
                </a:solidFill>
                <a:latin typeface="Arial" panose="020B0604020202090204"/>
              </a:rPr>
              <a:t>• 日志 / Diff</a:t>
            </a:r>
            <a:endParaRPr sz="1040" b="0">
              <a:solidFill>
                <a:srgbClr val="252A34"/>
              </a:solidFill>
              <a:latin typeface="Arial" panose="020B0604020202090204"/>
            </a:endParaRP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40" b="0">
                <a:solidFill>
                  <a:srgbClr val="252A34"/>
                </a:solidFill>
                <a:latin typeface="Arial" panose="020B0604020202090204"/>
              </a:rPr>
              <a:t>• 可追溯报告</a:t>
            </a:r>
            <a:endParaRPr sz="1040" b="0">
              <a:solidFill>
                <a:srgbClr val="252A34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6508115" y="2529205"/>
            <a:ext cx="4297680" cy="11988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b="1" spc="400" dirty="0">
                <a:solidFill>
                  <a:srgbClr val="2A2D35"/>
                </a:solidFill>
                <a:uFillTx/>
              </a:rPr>
              <a:t>THANK</a:t>
            </a:r>
            <a:r>
              <a:rPr lang="en-US" sz="7200" b="1" spc="400" dirty="0">
                <a:solidFill>
                  <a:srgbClr val="C00000"/>
                </a:solidFill>
                <a:uFillTx/>
              </a:rPr>
              <a:t>S</a:t>
            </a:r>
            <a:endParaRPr lang="en-US" sz="7200" b="1" spc="400" dirty="0">
              <a:solidFill>
                <a:srgbClr val="C00000"/>
              </a:solidFill>
              <a:uFillTx/>
            </a:endParaRPr>
          </a:p>
        </p:txBody>
      </p:sp>
      <p:pic>
        <p:nvPicPr>
          <p:cNvPr id="6" name="图片 5" descr="资源 3@2x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6005" y="0"/>
            <a:ext cx="3515995" cy="683260"/>
          </a:xfrm>
          <a:prstGeom prst="rect">
            <a:avLst/>
          </a:prstGeom>
        </p:spPr>
      </p:pic>
      <p:pic>
        <p:nvPicPr>
          <p:cNvPr id="16" name="图片 15" descr="资源 5@2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3595" y="2152650"/>
            <a:ext cx="2733040" cy="25400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tags/tag1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2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自定义设计方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CFDEF3"/>
      </a:accent1>
      <a:accent2>
        <a:srgbClr val="333399"/>
      </a:accent2>
      <a:accent3>
        <a:srgbClr val="FFFFFF"/>
      </a:accent3>
      <a:accent4>
        <a:srgbClr val="000000"/>
      </a:accent4>
      <a:accent5>
        <a:srgbClr val="E3EBF8"/>
      </a:accent5>
      <a:accent6>
        <a:srgbClr val="2D2D89"/>
      </a:accent6>
      <a:hlink>
        <a:srgbClr val="009999"/>
      </a:hlink>
      <a:folHlink>
        <a:srgbClr val="99CC00"/>
      </a:folHlink>
    </a:clrScheme>
    <a:fontScheme name="">
      <a:majorFont>
        <a:latin typeface="Arial"/>
        <a:ea typeface="Arial"/>
        <a:cs typeface=""/>
      </a:majorFont>
      <a:minorFont>
        <a:latin typeface="Arial"/>
        <a:ea typeface="Arial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1_Office 主题​​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FFFFFF"/>
        </a:accent3>
        <a:accent4>
          <a:srgbClr val="000000"/>
        </a:accent4>
        <a:accent5>
          <a:srgbClr val="B6CBE6"/>
        </a:accent5>
        <a:accent6>
          <a:srgbClr val="D4702B"/>
        </a:accent6>
        <a:hlink>
          <a:srgbClr val="0563C1"/>
        </a:hlink>
        <a:folHlink>
          <a:srgbClr val="954F7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自定义设计方案_3">
  <a:themeElements>
    <a:clrScheme name="">
      <a:dk1>
        <a:srgbClr val="000000"/>
      </a:dk1>
      <a:lt1>
        <a:srgbClr val="FFFFFF"/>
      </a:lt1>
      <a:dk2>
        <a:srgbClr val="5A6378"/>
      </a:dk2>
      <a:lt2>
        <a:srgbClr val="D4D4D6"/>
      </a:lt2>
      <a:accent1>
        <a:srgbClr val="C00000"/>
      </a:accent1>
      <a:accent2>
        <a:srgbClr val="60B5CC"/>
      </a:accent2>
      <a:accent3>
        <a:srgbClr val="FFFFFF"/>
      </a:accent3>
      <a:accent4>
        <a:srgbClr val="000000"/>
      </a:accent4>
      <a:accent5>
        <a:srgbClr val="DCAAAA"/>
      </a:accent5>
      <a:accent6>
        <a:srgbClr val="55A2B7"/>
      </a:accent6>
      <a:hlink>
        <a:srgbClr val="168BBA"/>
      </a:hlink>
      <a:folHlink>
        <a:srgbClr val="680000"/>
      </a:folHlink>
    </a:clrScheme>
    <a:fontScheme name="">
      <a:majorFont>
        <a:latin typeface="Arial"/>
        <a:ea typeface="Arial"/>
        <a:cs typeface=""/>
      </a:majorFont>
      <a:minorFont>
        <a:latin typeface="Arial"/>
        <a:ea typeface="Arial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1_自定义设计方案_3">
  <a:themeElements>
    <a:clrScheme name="">
      <a:dk1>
        <a:srgbClr val="000000"/>
      </a:dk1>
      <a:lt1>
        <a:srgbClr val="FFFFFF"/>
      </a:lt1>
      <a:dk2>
        <a:srgbClr val="5A6378"/>
      </a:dk2>
      <a:lt2>
        <a:srgbClr val="D4D4D6"/>
      </a:lt2>
      <a:accent1>
        <a:srgbClr val="F0AD00"/>
      </a:accent1>
      <a:accent2>
        <a:srgbClr val="60B5CC"/>
      </a:accent2>
      <a:accent3>
        <a:srgbClr val="FFFFFF"/>
      </a:accent3>
      <a:accent4>
        <a:srgbClr val="000000"/>
      </a:accent4>
      <a:accent5>
        <a:srgbClr val="F6D3AA"/>
      </a:accent5>
      <a:accent6>
        <a:srgbClr val="55A2B7"/>
      </a:accent6>
      <a:hlink>
        <a:srgbClr val="168BBA"/>
      </a:hlink>
      <a:folHlink>
        <a:srgbClr val="680000"/>
      </a:folHlink>
    </a:clrScheme>
    <a:fontScheme name="">
      <a:majorFont>
        <a:latin typeface="Arial"/>
        <a:ea typeface="Arial"/>
        <a:cs typeface=""/>
      </a:majorFont>
      <a:minorFont>
        <a:latin typeface="Arial"/>
        <a:ea typeface="Arial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默认设计模板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CFDEF3"/>
      </a:accent1>
      <a:accent2>
        <a:srgbClr val="333399"/>
      </a:accent2>
      <a:accent3>
        <a:srgbClr val="FFFFFF"/>
      </a:accent3>
      <a:accent4>
        <a:srgbClr val="000000"/>
      </a:accent4>
      <a:accent5>
        <a:srgbClr val="E3EBF8"/>
      </a:accent5>
      <a:accent6>
        <a:srgbClr val="2D2D89"/>
      </a:accent6>
      <a:hlink>
        <a:srgbClr val="009999"/>
      </a:hlink>
      <a:folHlink>
        <a:srgbClr val="99CC00"/>
      </a:folHlink>
    </a:clrScheme>
    <a:fontScheme name="">
      <a:majorFont>
        <a:latin typeface="Arial"/>
        <a:ea typeface="Arial"/>
        <a:cs typeface=""/>
      </a:majorFont>
      <a:minorFont>
        <a:latin typeface="Arial"/>
        <a:ea typeface="Arial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2_自定义设计方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CFDEF3"/>
      </a:accent1>
      <a:accent2>
        <a:srgbClr val="333399"/>
      </a:accent2>
      <a:accent3>
        <a:srgbClr val="FFFFFF"/>
      </a:accent3>
      <a:accent4>
        <a:srgbClr val="000000"/>
      </a:accent4>
      <a:accent5>
        <a:srgbClr val="E3EBF8"/>
      </a:accent5>
      <a:accent6>
        <a:srgbClr val="2D2D89"/>
      </a:accent6>
      <a:hlink>
        <a:srgbClr val="009999"/>
      </a:hlink>
      <a:folHlink>
        <a:srgbClr val="99CC00"/>
      </a:folHlink>
    </a:clrScheme>
    <a:fontScheme name="">
      <a:majorFont>
        <a:latin typeface="Arial"/>
        <a:ea typeface="Arial"/>
        <a:cs typeface=""/>
      </a:majorFont>
      <a:minorFont>
        <a:latin typeface="Arial"/>
        <a:ea typeface="Arial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2729</Words>
  <Application>WPS 演示</Application>
  <PresentationFormat>宽屏</PresentationFormat>
  <Paragraphs>456</Paragraphs>
  <Slides>10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30</vt:i4>
      </vt:variant>
      <vt:variant>
        <vt:lpstr>主题</vt:lpstr>
      </vt:variant>
      <vt:variant>
        <vt:i4>8</vt:i4>
      </vt:variant>
      <vt:variant>
        <vt:lpstr>幻灯片标题</vt:lpstr>
      </vt:variant>
      <vt:variant>
        <vt:i4>10</vt:i4>
      </vt:variant>
    </vt:vector>
  </HeadingPairs>
  <TitlesOfParts>
    <vt:vector size="48" baseType="lpstr">
      <vt:lpstr>Arial</vt:lpstr>
      <vt:lpstr>宋体</vt:lpstr>
      <vt:lpstr>Wingdings</vt:lpstr>
      <vt:lpstr>微软雅黑</vt:lpstr>
      <vt:lpstr>汉仪旗黑</vt:lpstr>
      <vt:lpstr>Arial</vt:lpstr>
      <vt:lpstr>汉仪萝卜体简</vt:lpstr>
      <vt:lpstr>华文行楷</vt:lpstr>
      <vt:lpstr>行楷-简</vt:lpstr>
      <vt:lpstr>黑体</vt:lpstr>
      <vt:lpstr>汉仪中黑KW</vt:lpstr>
      <vt:lpstr>Gill Sans MT</vt:lpstr>
      <vt:lpstr>苹方-简</vt:lpstr>
      <vt:lpstr>汉仪书宋二KW</vt:lpstr>
      <vt:lpstr>Arial</vt:lpstr>
      <vt:lpstr>PingFang SC</vt:lpstr>
      <vt:lpstr>PingFang SC</vt:lpstr>
      <vt:lpstr>Arial</vt:lpstr>
      <vt:lpstr>Arial</vt:lpstr>
      <vt:lpstr>Courier New</vt:lpstr>
      <vt:lpstr>宋体</vt:lpstr>
      <vt:lpstr>Arial Unicode MS</vt:lpstr>
      <vt:lpstr>等线</vt:lpstr>
      <vt:lpstr>汉仪中等线KW</vt:lpstr>
      <vt:lpstr>Wingdings</vt:lpstr>
      <vt:lpstr>OPPOSans R</vt:lpstr>
      <vt:lpstr>Menlo</vt:lpstr>
      <vt:lpstr>Menlo</vt:lpstr>
      <vt:lpstr>Menlo</vt:lpstr>
      <vt:lpstr>微软雅黑</vt:lpstr>
      <vt:lpstr>webwppDefTheme</vt:lpstr>
      <vt:lpstr>自定义设计方案</vt:lpstr>
      <vt:lpstr>1_自定义设计方案</vt:lpstr>
      <vt:lpstr>1_Office 主题​​</vt:lpstr>
      <vt:lpstr>自定义设计方案_3</vt:lpstr>
      <vt:lpstr>1_自定义设计方案_3</vt:lpstr>
      <vt:lpstr>默认设计模板</vt:lpstr>
      <vt:lpstr>2_自定义设计方案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总结模板.pptx</dc:title>
  <dc:creator/>
  <cp:lastModifiedBy>王睿</cp:lastModifiedBy>
  <cp:revision>175</cp:revision>
  <dcterms:created xsi:type="dcterms:W3CDTF">2026-08-02T10:44:11Z</dcterms:created>
  <dcterms:modified xsi:type="dcterms:W3CDTF">2026-08-02T10:44:11Z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2052-6.4.0.8550</vt:lpwstr>
  </property>
  <property fmtid="{D5CDD505-2E9C-101B-9397-08002B2CF9AE}" pid="3" name="ICV">
    <vt:lpwstr>BC0C3FB59A3B4D31928B1A1FFE34997C</vt:lpwstr>
  </property>
</Properties>
</file>
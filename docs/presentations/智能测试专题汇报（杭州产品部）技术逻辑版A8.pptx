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2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59" r:id="rId4"/>
    <p:sldMasterId id="2147483671" r:id="rId5"/>
    <p:sldMasterId id="2147483687" r:id="rId6"/>
    <p:sldMasterId id="2147483699" r:id="rId7"/>
    <p:sldMasterId id="2147483711" r:id="rId8"/>
    <p:sldMasterId id="2147483724" r:id="rId9"/>
  </p:sldMasterIdLst>
  <p:notesMasterIdLst>
    <p:notesMasterId r:id="rId12"/>
  </p:notesMasterIdLst>
  <p:handoutMasterIdLst>
    <p:handoutMasterId r:id="rId38"/>
  </p:handoutMasterIdLst>
  <p:sldIdLst>
    <p:sldId id="4743" r:id="rId10"/>
    <p:sldId id="4788" r:id="rId11"/>
    <p:sldId id="4719" r:id="rId13"/>
    <p:sldId id="4789" r:id="rId20"/>
    <p:sldId id="4790" r:id="rId21"/>
    <p:sldId id="4791" r:id="rId22"/>
    <p:sldId id="4792" r:id="rId23"/>
    <p:sldId id="4793" r:id="rId24"/>
    <p:sldId id="4745" r:id="rId37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wan" initials="E" lastIdx="1" clrIdx="0"/>
  <p:cmAuthor id="2" name="Jerome BESTEL" initials="JB" lastIdx="2" clrIdx="1"/>
  <p:cmAuthor id="3" name="路应川" initials="路" lastIdx="2" clrIdx="2"/>
  <p:cmAuthor id="4" name="kfzx-zhangy14" initials="k" lastIdx="1" clrIdx="3"/>
  <p:cmAuthor id="5" name="林欢哲" initials="林" lastIdx="47" clrIdx="4"/>
  <p:cmAuthor id="6" name="kfzx-linhz" initials="k" lastIdx="16" clrIdx="5"/>
  <p:cmAuthor id="7" name="kfzx-haojb" initials="k" lastIdx="28" clrIdx="6"/>
  <p:cmAuthor id="8" name="kfzx-luyc" initials="k" lastIdx="1" clrIdx="7"/>
  <p:cmAuthor id="9" name="KFZX-liuxj" initials="K" lastIdx="1" clrIdx="8"/>
  <p:cmAuthor id="10" name="00006891" initials="0" lastIdx="15" clrIdx="8"/>
  <p:cmAuthor id="11" name="10107538" initials="1" lastIdx="1" clrIdx="9"/>
  <p:cmAuthor id="12" name="bokite" initials="b" lastIdx="2" clrIdx="10"/>
  <p:cmAuthor id="13" name="zhouwd" initials="z" lastIdx="1" clrIdx="11"/>
  <p:cmAuthor id="14" name="马云飞10014438" initials="马" lastIdx="4" clrIdx="0"/>
  <p:cmAuthor id="15" name="John" initials="J" lastIdx="36" clrIdx="13"/>
  <p:cmAuthor id="16" name="10025093" initials="1" lastIdx="51" clrIdx="14"/>
  <p:cmAuthor id="17" name="10078380" initials="1" lastIdx="1" clrIdx="15"/>
  <p:cmAuthor id="18" name="00035181" initials="0" lastIdx="1" clrIdx="16"/>
  <p:cmAuthor id="19" name="Saku Uchikawa" initials="S" lastIdx="11" clrIdx="0"/>
  <p:cmAuthor id="20" name="kfzx-yangzz" initials="k" lastIdx="1" clrIdx="19"/>
  <p:cmAuthor id="21" name="kfzx-zhouying" initials="k" lastIdx="4" clrIdx="20"/>
  <p:cmAuthor id="22" name="dccb-zhengy01" initials="d" lastIdx="3" clrIdx="21"/>
  <p:cmAuthor id="23" name="kfzx-huangzb01" initials="k" lastIdx="1" clrIdx="22"/>
  <p:cmAuthor id="0" name="Windows 用户" initials="W用" lastIdx="36" clrIdx="0"/>
  <p:cmAuthor id="24" name="蔡建楠" initials="蔡" lastIdx="15" clrIdx="17"/>
  <p:cmAuthor id="25" name="10024799" initials="1" lastIdx="1" clrIdx="25"/>
  <p:cmAuthor id="26" name="容福丽/信息技术部/总行/广发银行" initials="容" lastIdx="1" clrIdx="0"/>
  <p:cmAuthor id="27" name="kfzx-huangzy01" initials="k" lastIdx="2" clrIdx="26"/>
  <p:cmAuthor id="28" name="李小雍" initials="李" lastIdx="5" clrIdx="27"/>
  <p:cmAuthor id="30" name="kfzx-zhaocy01" initials="k" lastIdx="1" clrIdx="29"/>
  <p:cmAuthor id="31" name="kfzx-mouqy" initials="k" lastIdx="3" clrIdx="30"/>
  <p:cmAuthor id="32" name="kfzx-jiangyy01" initials="k" lastIdx="22" clrIdx="31"/>
  <p:cmAuthor id="29" name="IKKI" initials="I" lastIdx="1" clrIdx="0"/>
  <p:cmAuthor id="33" name="庞尔慧" initials="庞" lastIdx="91" clrIdx="12"/>
  <p:cmAuthor id="34" name="XMY" initials="X" lastIdx="1" clrIdx="18"/>
  <p:cmAuthor id="35" name="xmy" initials="x" lastIdx="4" clrIdx="19"/>
  <p:cmAuthor id="36" name="wum20" initials="w" lastIdx="1" clrIdx="7"/>
  <p:cmAuthor id="37" name="未知用户2" initials="未" lastIdx="1" clrIdx="1"/>
  <p:cmAuthor id="38" name="未知用户3" initials="未" lastIdx="3" clrIdx="0"/>
  <p:cmAuthor id="39" name="武敏" initials="武" lastIdx="2" clrIdx="8"/>
  <p:cmAuthor id="40" name="ZYSR-XY" initials="Z" lastIdx="6" clrIdx="10"/>
  <p:cmAuthor id="41" name="刘颖" initials="刘" lastIdx="7" clrIdx="0"/>
  <p:cmAuthor id="42" name="Chen, Naikang A." initials="C" lastIdx="6" clrIdx="0"/>
  <p:cmAuthor id="43" name="song song" initials="s" lastIdx="1" clrIdx="0"/>
  <p:cmAuthor id="44" name="曾阿婷" initials="曾" lastIdx="1" clrIdx="16"/>
  <p:cmAuthor id="45" name="yubaoquan" initials="y" lastIdx="1" clrIdx="4"/>
  <p:cmAuthor id="46" name="ting yue" initials="t" lastIdx="1" clrIdx="0"/>
  <p:cmAuthor id="47" name="作者" initials="作" lastIdx="0" clrIdx="1"/>
  <p:cmAuthor id="48" name="david bin" initials="d" lastIdx="3" clrIdx="0"/>
  <p:cmAuthor id="49" name="MLOONG" initials="M" lastIdx="1" clrIdx="0"/>
  <p:cmAuthor id="50" name="未知用户4" initials="未" lastIdx="6" clrIdx="0"/>
  <p:cmAuthor id="51" name="未知用户5" initials="未" lastIdx="2" clrIdx="0"/>
  <p:cmAuthor id="52" name="未知用户6" initials="未" lastIdx="1" clrIdx="0"/>
  <p:cmAuthor id="53" name="於宝泉" initials="於" lastIdx="0" clrIdx="2"/>
  <p:cmAuthor id="54" name=" " initials=" " lastIdx="1" clrIdx="16"/>
  <p:cmAuthor id="55" name="Liu Dong" initials="L" lastIdx="1" clrIdx="0"/>
  <p:cmAuthor id="56" name="Zhao Jing" initials="Z" lastIdx="11" clrIdx="2"/>
  <p:cmAuthor id="57" name="YANQING BAO" initials="Y" lastIdx="3" clrIdx="0"/>
  <p:cmAuthor id="58" name="Roet-Reinking, Nathalie" initials="R" lastIdx="1" clrIdx="0"/>
  <p:cmAuthor id="59" name="张金龙" initials="张" lastIdx="9" clrIdx="0"/>
  <p:cmAuthor id="60" name="祝惠蓉" initials="祝" lastIdx="3" clrIdx="8"/>
  <p:cmAuthor id="61" name="zhq" initials="z" lastIdx="7" clrIdx="20"/>
  <p:cmAuthor id="62" name="张琦" initials="张" lastIdx="46" clrIdx="21"/>
  <p:cmAuthor id="64" name="kfzx-yanli1" initials="k" lastIdx="2" clrIdx="63"/>
  <p:cmAuthor id="74" name="姜珊" initials="姜" lastIdx="1" clrIdx="0"/>
  <p:cmAuthor id="75" name="s x" initials="s" lastIdx="2" clrIdx="0"/>
  <p:cmAuthor id="80" name="未知用户12" initials="未" lastIdx="2" clrIdx="0"/>
  <p:cmAuthor id="81" name="孟萦" initials="孟" lastIdx="1" clrIdx="2"/>
  <p:cmAuthor id="85" name="ts" initials="t" lastIdx="0" clrIdx="0"/>
  <p:cmAuthor id="86" name="郭欣萍" initials="郭" lastIdx="4" clrIdx="3"/>
  <p:cmAuthor id="87" name="何 静" initials="何" lastIdx="1" clrIdx="4"/>
  <p:cmAuthor id="88" name="唐思源" initials="唐" lastIdx="1" clrIdx="0"/>
  <p:cmAuthor id="287643684" name="孟芳芳（借调）" initials="V" lastIdx="1" clrIdx="37"/>
  <p:cmAuthor id="287643685" name="zhuxiangyi" initials="z" lastIdx="1" clrIdx="38"/>
  <p:cmAuthor id="287643681" name="殷格非" initials="殷" lastIdx="2" clrIdx="0"/>
  <p:cmAuthor id="287643682" name="z r" initials="zr" lastIdx="5" clrIdx="12"/>
  <p:cmAuthor id="287643683" name="lc xue" initials="lx" lastIdx="1" clrIdx="22"/>
  <p:cmAuthor id="73" name="kfzx-chenqx" initials="k" lastIdx="1" clrIdx="72"/>
  <p:cmAuthor id="71" name="KFZX-yaox" initials="K" lastIdx="1" clrIdx="70"/>
  <p:cmAuthor id="72" name="kfzx-wangdm" initials="k" lastIdx="2" clrIdx="71"/>
  <p:cmAuthor id="76" name="epstean1" initials="e" lastIdx="19" clrIdx="0"/>
  <p:cmAuthor id="2000" name="BA-俞阳" initials="authorId_4447802" lastIdx="786238" clrIdx="0"/>
  <p:cmAuthor id="77" name="kfzx-chenzf" initials="k" lastIdx="1" clrIdx="76"/>
  <p:cmAuthor id="79" name="李华亮" initials="李" lastIdx="1" clrIdx="78"/>
  <p:cmAuthor id="78" name="kfzx-wangwf" initials="k" lastIdx="1" clrIdx="77"/>
  <p:cmAuthor id="2001" name="shijiaxin" initials="s" lastIdx="4" clrIdx="77"/>
  <p:cmAuthor id="83" name="雷赛龄" initials="雷" lastIdx="1" clrIdx="82"/>
  <p:cmAuthor id="84" name="KFZX-SHIXD" initials="K" lastIdx="1" clrIdx="83"/>
  <p:cmAuthor id="82" name="kfzx-yangtt1" initials="k" lastIdx="1" clrIdx="81"/>
  <p:cmAuthor id="90" name="kfzx-duanqs" initials="k" lastIdx="1" clrIdx="89"/>
  <p:cmAuthor id="91" name="kfzx-yext" initials="k" lastIdx="1" clrIdx="90"/>
  <p:cmAuthor id="70" name="张 明晖" initials="张" lastIdx="1" clrIdx="69"/>
  <p:cmAuthor id="92" name="kfzx-pengxq" initials="k" lastIdx="1" clrIdx="91"/>
  <p:cmAuthor id="191251535" name="沈霄雷" initials="沈" lastIdx="833089" clrIdx="0"/>
  <p:cmAuthor id="191251536" name="SF" initials="S" lastIdx="6" clrIdx="11"/>
  <p:cmAuthor id="191251537" name="sammi" initials="s" lastIdx="0" clrIdx="12"/>
  <p:cmAuthor id="191251538" name="zhangmh@httz.cc" initials="z" lastIdx="3" clrIdx="13"/>
  <p:cmAuthor id="191251539" name="wang" initials="wang" lastIdx="1" clrIdx="14"/>
  <p:cmAuthor id="191251540" name="Microsoft Office User" initials="MOU" lastIdx="1" clrIdx="15"/>
  <p:cmAuthor id="191251541" name="sjzx" initials="s" lastIdx="1" clrIdx="25"/>
  <p:cmAuthor id="191251542" name="yang.yuan" initials="y" lastIdx="0" clrIdx="17"/>
  <p:cmAuthor id="89" name="dccb-zhansy" initials="d" lastIdx="1" clrIdx="72"/>
  <p:cmAuthor id="98" name="kfzx-jianglu" initials="k" lastIdx="1" clrIdx="97"/>
  <p:cmAuthor id="100" name="kfzx-zhengl" initials="k" lastIdx="1" clrIdx="99"/>
  <p:cmAuthor id="105" name="KFZX-WUYG" initials="K" lastIdx="2" clrIdx="104"/>
  <p:cmAuthor id="63" name="man zhang" initials="m" lastIdx="1" clrIdx="25"/>
  <p:cmAuthor id="103" name="icbc" initials="i" lastIdx="1" clrIdx="102"/>
  <p:cmAuthor id="104" name="kfzx-caizy" initials="k" lastIdx="1" clrIdx="103"/>
  <p:cmAuthor id="106" name="001334518" initials="0" lastIdx="1" clrIdx="105"/>
  <p:cmAuthor id="65" name="kfzx-dudy" initials="k" lastIdx="1" clrIdx="64"/>
  <p:cmAuthor id="101" name="kfzx-jis" initials="k" lastIdx="1" clrIdx="100"/>
  <p:cmAuthor id="109" name="888804626" initials="8" lastIdx="1" clrIdx="108"/>
  <p:cmAuthor id="116" name="kfzx-zhouwz" initials="z" lastIdx="2" clrIdx="115"/>
  <p:cmAuthor id="111" name="kfzx-wangyy02" initials="k" lastIdx="1" clrIdx="110"/>
  <p:cmAuthor id="107" name="倪展琼" initials="倪" lastIdx="1" clrIdx="106"/>
  <p:cmAuthor id="94" name="潘旻然" initials="潘" lastIdx="1" clrIdx="93"/>
  <p:cmAuthor id="113" name="kfzx-zhengjie01" initials="k" lastIdx="1" clrIdx="112"/>
  <p:cmAuthor id="120" name="kfzx-wangjy" initials="k" lastIdx="1" clrIdx="119"/>
  <p:cmAuthor id="102" name="kfzx-fanly" initials="k" lastIdx="1" clrIdx="101"/>
  <p:cmAuthor id="97" name="kfzx-linh" initials="k" lastIdx="1" clrIdx="96"/>
  <p:cmAuthor id="151" name="吕永朋" initials="吕" lastIdx="1" clrIdx="0"/>
  <p:cmAuthor id="152" name="未知用户22" initials="未" lastIdx="0" clrIdx="0"/>
  <p:cmAuthor id="154" name="未知用户27" initials="未" lastIdx="7" clrIdx="0"/>
  <p:cmAuthor id="158" name="547716734@qq.com" initials="5" lastIdx="0" clrIdx="0"/>
  <p:cmAuthor id="160" name="ProMedican" initials="P" lastIdx="2" clrIdx="1"/>
  <p:cmAuthor id="162" name="廖爽亚" initials="廖" lastIdx="4" clrIdx="2"/>
  <p:cmAuthor id="172" name="zhuqy3" initials="z" lastIdx="1" clrIdx="0"/>
  <p:cmAuthor id="175" name="蔡静敏" initials="CJM" lastIdx="4" clrIdx="174"/>
  <p:cmAuthor id="93" name="鱼 飞" initials="鱼" lastIdx="2" clrIdx="0"/>
  <p:cmAuthor id="95" name="可臣 王" initials="可" lastIdx="2" clrIdx="0"/>
  <p:cmAuthor id="96" name="qqqqq" initials="q" lastIdx="2" clrIdx="0"/>
  <p:cmAuthor id="99" name="中国人寿曲阜公司个险部" initials="中" lastIdx="1" clrIdx="17"/>
  <p:cmAuthor id="110" name="QBOSSCHEN" initials="Q" lastIdx="1" clrIdx="0"/>
  <p:cmAuthor id="114" name="Calvin G" initials="C" lastIdx="1" clrIdx="0"/>
  <p:cmAuthor id="115" name="张莹" initials="张" lastIdx="2" clrIdx="0"/>
  <p:cmAuthor id="117" name="spring_ren" initials="s" lastIdx="2" clrIdx="1"/>
  <p:cmAuthor id="118" name="feng wei" initials="f" lastIdx="1" clrIdx="0"/>
  <p:cmAuthor id="119" name="王永" initials="王" lastIdx="4" clrIdx="94"/>
  <p:cmAuthor id="121" name="未知用户24" initials="未" lastIdx="1" clrIdx="0"/>
  <p:cmAuthor id="49837067" name="刘浩" initials="刘" lastIdx="180431" clrIdx="0"/>
  <p:cmAuthor id="122" name="yanqiqi-lgd" initials="y" lastIdx="2" clrIdx="5"/>
  <p:cmAuthor id="49837069" name="taiping" initials="t" lastIdx="1" clrIdx="95"/>
  <p:cmAuthor id="123" name="番茄花园" initials="番" lastIdx="4" clrIdx="0"/>
  <p:cmAuthor id="125" name="未知用户23" initials="未" lastIdx="4" clrIdx="2"/>
  <p:cmAuthor id="126" name="zq" initials="z" lastIdx="1" clrIdx="0"/>
  <p:cmAuthor id="127" name="未知用户28" initials="未" lastIdx="1" clrIdx="0"/>
  <p:cmAuthor id="128" name="未知用户26" initials="未" lastIdx="1" clrIdx="3"/>
  <p:cmAuthor id="131" name="hu oreo" initials="ho" lastIdx="1" clrIdx="34"/>
  <p:cmAuthor id="132" name="宋 歌" initials="宋" lastIdx="1" clrIdx="35"/>
  <p:cmAuthor id="133" name="林 声洋" initials="林" lastIdx="1" clrIdx="0"/>
  <p:cmAuthor id="134" name="Ray" initials="R" lastIdx="0" clrIdx="0"/>
  <p:cmAuthor id="135" name="zhengzhong" initials="z" lastIdx="2" clrIdx="0"/>
  <p:cmAuthor id="136" name="ydx2003new@163.com" initials="y" lastIdx="1" clrIdx="0"/>
  <p:cmAuthor id="137" name="未知用户10" initials="未" lastIdx="1" clrIdx="19"/>
  <p:cmAuthor id="138" name="gongxuan" initials="g" lastIdx="1" clrIdx="0"/>
  <p:cmAuthor id="139" name="未知用户13" initials="未" lastIdx="11" clrIdx="0"/>
  <p:cmAuthor id="140" name="未知用户15" initials="未" lastIdx="1" clrIdx="0"/>
  <p:cmAuthor id="141" name="未知用户16" initials="未" lastIdx="1" clrIdx="0"/>
  <p:cmAuthor id="142" name="未知用户17" initials="未" lastIdx="3" clrIdx="0"/>
  <p:cmAuthor id="143" name="未知用户18" initials="未" lastIdx="1" clrIdx="0"/>
  <p:cmAuthor id="144" name="Sky.Wang" initials="S" lastIdx="10" clrIdx="0"/>
  <p:cmAuthor id="147" name="njlife" initials="n" lastIdx="2" clrIdx="0"/>
  <p:cmAuthor id="148" name="未知用户19" initials="未" lastIdx="3" clrIdx="0"/>
  <p:cmAuthor id="149" name="未知用户39" initials="未" lastIdx="1" clrIdx="0"/>
  <p:cmAuthor id="150" name="未知用户40" initials="未" lastIdx="3" clrIdx="0"/>
  <p:cmAuthor id="165" name="kfzx-liuhf" initials="k" lastIdx="1" clrIdx="164"/>
  <p:cmAuthor id="353158055" name="韩雨" initials="韩" lastIdx="0" clrIdx="0"/>
  <p:cmAuthor id="394525608" name="仇怿俊" initials="仇" lastIdx="0" clrIdx="0"/>
  <p:cmAuthor id="394525609" name="mei shuo" initials="mei shuo" lastIdx="1" clrIdx="24"/>
  <p:cmAuthor id="394525610" name="dengwanting" initials="d" lastIdx="1" clrIdx="50"/>
  <p:cmAuthor id="691587970" name="小延魔法师" initials="小" lastIdx="1126286" clrIdx="0"/>
  <p:cmAuthor id="394525611" name="mouse zz" initials="mz" lastIdx="1" clrIdx="54"/>
  <p:cmAuthor id="1411827" name="黄晓平" initials="黄" lastIdx="0" clrIdx="0"/>
  <p:cmAuthor id="691587971" name="谢聪_NRFnveMF" initials="authorId_202410" lastIdx="0" clrIdx="0"/>
  <p:cmAuthor id="2002" name="朱海涛_JvEv6r2i" initials="authorId_453791" lastIdx="0" clrIdx="0"/>
  <p:cmAuthor id="161" name="张路" initials="路" lastIdx="1" clrIdx="160"/>
  <p:cmAuthor id="163" name="91huhang" initials="9" lastIdx="1" clrIdx="0"/>
  <p:cmAuthor id="164" name="李 鹤" initials="李" lastIdx="1" clrIdx="93"/>
  <p:cmAuthor id="168" name="侯清英" initials="侯" lastIdx="1" clrIdx="0"/>
  <p:cmAuthor id="169" name="齐登宝" initials="齐" lastIdx="1" clrIdx="1"/>
  <p:cmAuthor id="170" name="Student" initials="S" lastIdx="1" clrIdx="81"/>
  <p:cmAuthor id="171" name="瑶" initials="瑶" lastIdx="1" clrIdx="97"/>
  <p:cmAuthor id="108" name="王顶" initials="王" lastIdx="1" clrIdx="0"/>
  <p:cmAuthor id="112" name="罗彬" initials="罗" lastIdx="1" clrIdx="0"/>
  <p:cmAuthor id="129" name="Tracy Chen" initials="T" lastIdx="1" clrIdx="0"/>
  <p:cmAuthor id="130" name="dongwc0205" initials="d" lastIdx="1" clrIdx="15"/>
  <p:cmAuthor id="145" name="Xzjd" initials="X" lastIdx="2" clrIdx="0"/>
  <p:cmAuthor id="146" name="TaiKang" initials="T" lastIdx="0" clrIdx="0"/>
  <p:cmAuthor id="2972517" name="韩佳楠" initials="韩" lastIdx="1488322" clrIdx="0"/>
  <p:cmAuthor id="2003" name="杜晶晶-投资者关系部_vM3mnymA" initials="authorId_1323951053" lastIdx="1649699480" clrIdx="0"/>
  <p:cmAuthor id="177" name="kfzx-meiyt" initials="k" lastIdx="1" clrIdx="176"/>
  <p:cmAuthor id="708433798" name="jialuo" initials="j" lastIdx="0" clrIdx="0"/>
  <p:cmAuthor id="708433799" name="清泺 戴" initials="清戴" lastIdx="25" clrIdx="36"/>
  <p:cmAuthor id="381437688" name="谢学斌" initials="谢" lastIdx="0" clrIdx="0"/>
  <p:cmAuthor id="2004" name="沈思铭" initials="沈思铭" lastIdx="19" clrIdx="34"/>
  <p:cmAuthor id="210492765" name="施普希（菜菜）" initials="施" lastIdx="0" clrIdx="0"/>
  <p:cmAuthor id="210492766" name="潜龙 陈" initials="潜陈" lastIdx="1" clrIdx="285"/>
  <p:cmAuthor id="210492767" name="书佳 王" initials="书王" lastIdx="3" clrIdx="287"/>
  <p:cmAuthor id="159" name="未知的使用者68" initials="未" lastIdx="1" clrIdx="0"/>
  <p:cmAuthor id="166" name="未知的使用者71" initials="未" lastIdx="1" clrIdx="1"/>
  <p:cmAuthor id="173" name="未知用户90" initials="未" lastIdx="5" clrIdx="1"/>
  <p:cmAuthor id="174" name="未知用户91" initials="未" lastIdx="0" clrIdx="1"/>
  <p:cmAuthor id="176" name="未知用户74" initials="未" lastIdx="5" clrIdx="1"/>
  <p:cmAuthor id="178" name="未知用户76" initials="未" lastIdx="1" clrIdx="0"/>
  <p:cmAuthor id="179" name="未知用户77" initials="未" lastIdx="8" clrIdx="0"/>
  <p:cmAuthor id="180" name="未知用户78" initials="未" lastIdx="8" clrIdx="0"/>
  <p:cmAuthor id="8535702" name="曾蓓/贝贝" initials="曾" lastIdx="0" clrIdx="0"/>
  <p:cmAuthor id="181" name="未知用户79" initials="未" lastIdx="1" clrIdx="0"/>
  <p:cmAuthor id="182" name="未知用户80" initials="未" lastIdx="1" clrIdx="0"/>
  <p:cmAuthor id="183" name="未知用户81" initials="未" lastIdx="1" clrIdx="0"/>
  <p:cmAuthor id="184" name="未知的使用者95" initials="未" lastIdx="1" clrIdx="0"/>
  <p:cmAuthor id="185" name="未知的使用者92" initials="未" lastIdx="1" clrIdx="0"/>
  <p:cmAuthor id="186" name="未知的使用者93" initials="未" lastIdx="1" clrIdx="1"/>
  <p:cmAuthor id="187" name="未知的使用者94" initials="未" lastIdx="1" clrIdx="2"/>
  <p:cmAuthor id="188" name="Christina" initials="C" lastIdx="0" clrIdx="0"/>
  <p:cmAuthor id="189" name="jet" initials="j" lastIdx="1" clrIdx="0"/>
  <p:cmAuthor id="190" name="未知用户61" initials="未" lastIdx="8" clrIdx="0"/>
  <p:cmAuthor id="191" name="未知用户60" initials="未" lastIdx="1" clrIdx="0"/>
  <p:cmAuthor id="192" name="Unknown User24" initials="U" lastIdx="1" clrIdx="0"/>
  <p:cmAuthor id="193" name="Unknown User25" initials="U" lastIdx="1" clrIdx="0"/>
  <p:cmAuthor id="194" name="Unknown User26" initials="U" lastIdx="1" clrIdx="1"/>
  <p:cmAuthor id="195" name="Unknown User27" initials="U" lastIdx="1" clrIdx="0"/>
  <p:cmAuthor id="196" name="Unknown User28" initials="U" lastIdx="3" clrIdx="1"/>
  <p:cmAuthor id="197" name="Unknown User11" initials="U" lastIdx="0" clrIdx="1"/>
  <p:cmAuthor id="198" name="Unknown User22" initials="U" lastIdx="1" clrIdx="0"/>
  <p:cmAuthor id="199" name="Unknown User23" initials="U" lastIdx="1" clrIdx="0"/>
  <p:cmAuthor id="200" name="未知的使用者112" initials="未" lastIdx="1" clrIdx="1"/>
  <p:cmAuthor id="201" name="未知的使用者107" initials="未" lastIdx="1" clrIdx="0"/>
  <p:cmAuthor id="202" name="未知的使用者108" initials="未" lastIdx="1" clrIdx="1"/>
  <p:cmAuthor id="203" name="未知的使用者98" initials="未" lastIdx="1" clrIdx="2"/>
  <p:cmAuthor id="204" name="未知的使用者145" initials="未" lastIdx="1" clrIdx="0"/>
  <p:cmAuthor id="205" name="未知的使用者146" initials="未" lastIdx="1" clrIdx="0"/>
  <p:cmAuthor id="206" name="未知的使用者147" initials="未" lastIdx="1" clrIdx="1"/>
  <p:cmAuthor id="207" name="未知的使用者144" initials="未" lastIdx="1" clrIdx="2"/>
  <p:cmAuthor id="208" name="未知的使用者133" initials="未" lastIdx="1" clrIdx="0"/>
  <p:cmAuthor id="209" name="未知的使用者134" initials="未" lastIdx="1" clrIdx="0"/>
  <p:cmAuthor id="210" name="未知的使用者135" initials="未" lastIdx="2" clrIdx="0"/>
  <p:cmAuthor id="211" name="未知的使用者136" initials="未" lastIdx="1" clrIdx="0"/>
  <p:cmAuthor id="212" name="未知的使用者137" initials="未" lastIdx="5" clrIdx="0"/>
  <p:cmAuthor id="213" name="未知的使用者138" initials="未" lastIdx="10" clrIdx="0"/>
  <p:cmAuthor id="214" name="未知的使用者139" initials="未" lastIdx="1" clrIdx="0"/>
  <p:cmAuthor id="215" name="未知的使用者140" initials="未" lastIdx="1" clrIdx="1"/>
  <p:cmAuthor id="216" name="未知的使用者197" initials="未" lastIdx="8" clrIdx="0"/>
  <p:cmAuthor id="217" name="未知的使用者162" initials="未" lastIdx="8" clrIdx="0"/>
  <p:cmAuthor id="218" name="未知的使用者163" initials="未" lastIdx="1" clrIdx="0"/>
  <p:cmAuthor id="219" name="未知的使用者170" initials="未" lastIdx="0" clrIdx="1"/>
  <p:cmAuthor id="220" name="未知的使用者165" initials="未" lastIdx="1" clrIdx="0"/>
  <p:cmAuthor id="221" name="未知的使用者158" initials="未" lastIdx="1" clrIdx="0"/>
  <p:cmAuthor id="222" name="未知的使用者148" initials="未" lastIdx="5" clrIdx="0"/>
  <p:cmAuthor id="223" name="未知的使用者149" initials="未" lastIdx="10" clrIdx="0"/>
  <p:cmAuthor id="224" name="未知的使用者150" initials="未" lastIdx="1" clrIdx="0"/>
  <p:cmAuthor id="225" name="未知的使用者166" initials="未" lastIdx="8" clrIdx="0"/>
  <p:cmAuthor id="226" name="未知的使用者167" initials="未" lastIdx="0" clrIdx="1"/>
  <p:cmAuthor id="227" name="未知的使用者159" initials="未" lastIdx="1" clrIdx="1"/>
  <p:cmAuthor id="228" name="未知的使用者160" initials="未" lastIdx="1" clrIdx="0"/>
  <p:cmAuthor id="229" name="未知的使用者168" initials="未" lastIdx="1" clrIdx="0"/>
  <p:cmAuthor id="230" name="未知的使用者169" initials="未" lastIdx="1" clrIdx="0"/>
  <p:cmAuthor id="231" name="未知的使用者117" initials="未" lastIdx="1" clrIdx="0"/>
  <p:cmAuthor id="232" name="未知的使用者115" initials="未" lastIdx="1" clrIdx="1"/>
  <p:cmAuthor id="233" name="未知的使用者119" initials="未" lastIdx="1" clrIdx="2"/>
  <p:cmAuthor id="234" name="clinchen" initials="c" lastIdx="0" clrIdx="1"/>
  <p:cmAuthor id="237" name="未知的使用者198" initials="未" lastIdx="1" clrIdx="0"/>
  <p:cmAuthor id="238" name="未知的使用者205" initials="未" lastIdx="0" clrIdx="1"/>
  <p:cmAuthor id="239" name="未知的使用者200" initials="未" lastIdx="1" clrIdx="0"/>
  <p:cmAuthor id="240" name="未知的使用者181" initials="未" lastIdx="1" clrIdx="0"/>
  <p:cmAuthor id="241" name="未知的使用者194" initials="未" lastIdx="1" clrIdx="0"/>
  <p:cmAuthor id="242" name="未知的使用者182" initials="未" lastIdx="1" clrIdx="0"/>
  <p:cmAuthor id="243" name="未知的使用者183" initials="未" lastIdx="2" clrIdx="0"/>
  <p:cmAuthor id="244" name="未知的使用者184" initials="未" lastIdx="8" clrIdx="0"/>
  <p:cmAuthor id="245" name="未知的使用者185" initials="未" lastIdx="5" clrIdx="0"/>
  <p:cmAuthor id="246" name="未知的使用者186" initials="未" lastIdx="10" clrIdx="0"/>
  <p:cmAuthor id="247" name="未知的使用者187" initials="未" lastIdx="1" clrIdx="0"/>
  <p:cmAuthor id="248" name="未知的使用者201" initials="未" lastIdx="8" clrIdx="0"/>
  <p:cmAuthor id="249" name="未知的使用者202" initials="未" lastIdx="0" clrIdx="1"/>
  <p:cmAuthor id="250" name="未知的使用者171" initials="未" lastIdx="3" clrIdx="1"/>
  <p:cmAuthor id="251" name="未知的使用者195" initials="未" lastIdx="1" clrIdx="1"/>
  <p:cmAuthor id="252" name="未知的使用者173" initials="未" lastIdx="6" clrIdx="0"/>
  <p:cmAuthor id="253" name="未知的使用者196" initials="未" lastIdx="1" clrIdx="0"/>
  <p:cmAuthor id="254" name="未知的使用者175" initials="未" lastIdx="2" clrIdx="0"/>
  <p:cmAuthor id="255" name="未知的使用者203" initials="未" lastIdx="1" clrIdx="0"/>
  <p:cmAuthor id="256" name="未知的使用者204" initials="未" lastIdx="1" clrIdx="0"/>
  <p:cmAuthor id="257" name="未知的使用者41" initials="未" lastIdx="5" clrIdx="1"/>
  <p:cmAuthor id="258" name="未知的使用者42" initials="未" lastIdx="1" clrIdx="1"/>
  <p:cmAuthor id="259" name="Evonlin" initials="E" lastIdx="2" clrIdx="2"/>
  <p:cmAuthor id="260" name="未知的使用者39" initials="未" lastIdx="10" clrIdx="0"/>
  <p:cmAuthor id="261" name="未知的使用者38" initials="未" lastIdx="1" clrIdx="0"/>
  <p:cmAuthor id="262" name="未知用户37" initials="未" lastIdx="8" clrIdx="0"/>
  <p:cmAuthor id="263" name="未知用户38" initials="未" lastIdx="8" clrIdx="0"/>
  <p:cmAuthor id="265" name="Admin" initials="A" lastIdx="1" clrIdx="2"/>
  <p:cmAuthor id="266" name="未知的使用者64" initials="未" lastIdx="8" clrIdx="0"/>
  <p:cmAuthor id="267" name="未知的使用者65" initials="未" lastIdx="1" clrIdx="0"/>
  <p:cmAuthor id="268" name="未知的使用者66" initials="未" lastIdx="1" clrIdx="0"/>
  <p:cmAuthor id="269" name="未知的使用者57" initials="未" lastIdx="1" clrIdx="0"/>
  <p:cmAuthor id="271" name="未知用户36" initials="未" lastIdx="1" clrIdx="0"/>
  <p:cmAuthor id="274" name="未知用户29" initials="未" lastIdx="1" clrIdx="0"/>
  <p:cmAuthor id="275" name="未知用户30" initials="未" lastIdx="2" clrIdx="0"/>
  <p:cmAuthor id="276" name="未知用户31" initials="未" lastIdx="1" clrIdx="1"/>
  <p:cmAuthor id="277" name="未知用户32" initials="未" lastIdx="1" clrIdx="0"/>
  <p:cmAuthor id="278" name="未知用户33" initials="未" lastIdx="1" clrIdx="0"/>
  <p:cmAuthor id="279" name="未知用户34" initials="未" lastIdx="2" clrIdx="0"/>
  <p:cmAuthor id="280" name="huang gerrard" initials="h" lastIdx="1" clrIdx="0"/>
  <p:cmAuthor id="281" name="xuanyuanxuanyi dad" initials="xd" lastIdx="1" clrIdx="50"/>
  <p:cmAuthor id="282" name="kingdee" initials="k" lastIdx="5" clrIdx="51"/>
  <p:cmAuthor id="284" name="LLM" initials="L" lastIdx="2" clrIdx="283"/>
  <p:cmAuthor id="285" name="hongmudan" initials="h" lastIdx="2" clrIdx="284"/>
  <p:cmAuthor id="287" name="kongtao" initials="k" lastIdx="8" clrIdx="286"/>
  <p:cmAuthor id="302" name="kfzx-lind" initials="k" lastIdx="1" clrIdx="301"/>
  <p:cmAuthor id="312" name="000823681" initials="0" lastIdx="1" clrIdx="311"/>
  <p:cmAuthor id="287643686" name="刘晨光_fiqiU7zU" initials="authorId_344979" lastIdx="0" clrIdx="0"/>
  <p:cmAuthor id="318" name="马超" initials="马" lastIdx="1" clrIdx="317"/>
  <p:cmAuthor id="124" name="未知的使用者59" initials="未" lastIdx="8" clrIdx="0"/>
  <p:cmAuthor id="153" name="yuexuejun" initials="y" lastIdx="3" clrIdx="0"/>
  <p:cmAuthor id="155" name="未知的使用者76" initials="未" lastIdx="1" clrIdx="0"/>
  <p:cmAuthor id="156" name="未知的使用者70" initials="未" lastIdx="1" clrIdx="0"/>
  <p:cmAuthor id="157" name="未知的使用者73" initials="未" lastIdx="1" clrIdx="0"/>
  <p:cmAuthor id="167" name="不明使用者20" initials="不" lastIdx="1" clrIdx="0"/>
  <p:cmAuthor id="270" name="未知用户35" initials="未" lastIdx="1" clrIdx="0"/>
  <p:cmAuthor id="323" name="kfzx-zhangsj" initials="k" lastIdx="2" clrIdx="322"/>
  <p:cmAuthor id="708433800" name="周文泽_zeq2f63y" initials="authorId_159164" lastIdx="0" clrIdx="0"/>
  <p:cmAuthor id="708433801" name="冯程_QRjemMFR" initials="authorId_228276" lastIdx="0" clrIdx="0"/>
  <p:cmAuthor id="708433802" name="郑凯_ie2mrmI3" initials="authorId_159141" lastIdx="0" clrIdx="0"/>
  <p:cmAuthor id="191251543" name="王娟" initials="1" lastIdx="1" clrIdx="31"/>
  <p:cmAuthor id="191251544" name="洁 杨" initials="洁杨" lastIdx="4" clrIdx="36"/>
  <p:cmAuthor id="557618451" name="fengc" initials="f" lastIdx="2" clrIdx="327"/>
  <p:cmAuthor id="319" name="kfzx-luanjie" initials="k" lastIdx="1" clrIdx="318"/>
  <p:cmAuthor id="314" name="kfzx-liyl01" initials="k" lastIdx="1" clrIdx="313"/>
  <p:cmAuthor id="315" name="000831501" initials="0" lastIdx="1" clrIdx="314"/>
  <p:cmAuthor id="316" name="朱金美" initials="朱" lastIdx="1" clrIdx="315"/>
  <p:cmAuthor id="310" name="kfzx-zhuhy" initials="k" lastIdx="1" clrIdx="309"/>
  <p:cmAuthor id="320" name="kfzx-wujh" initials="k" lastIdx="1" clrIdx="319"/>
  <p:cmAuthor id="321" name="kfzx-zhouy03" initials="k" lastIdx="1" clrIdx="320"/>
  <p:cmAuthor id="325" name="001153021" initials="0" lastIdx="1" clrIdx="324"/>
  <p:cmAuthor id="328" name="kfzx-xuwang" initials="k" lastIdx="1" clrIdx="327"/>
  <p:cmAuthor id="389" name="李 东科" initials="李" lastIdx="1" clrIdx="35"/>
  <p:cmAuthor id="394" name="Lenovo" initials="L" lastIdx="1" clrIdx="0"/>
  <p:cmAuthor id="395" name="袁正海" initials="袁" lastIdx="1" clrIdx="0"/>
  <p:cmAuthor id="401" name="未知用户84" initials="未" lastIdx="1" clrIdx="0"/>
  <p:cmAuthor id="402" name="think" initials="t" lastIdx="1" clrIdx="0"/>
  <p:cmAuthor id="404" name="未知用户87" initials="未" lastIdx="9" clrIdx="0"/>
  <p:cmAuthor id="405" name="未知用户88" initials="未" lastIdx="1" clrIdx="0"/>
  <p:cmAuthor id="410" name="未知用户94" initials="未" lastIdx="0" clrIdx="0"/>
  <p:cmAuthor id="411" name="未知用户95" initials="未" lastIdx="1" clrIdx="0"/>
  <p:cmAuthor id="412" name="未知用户96" initials="未" lastIdx="0" clrIdx="1"/>
  <p:cmAuthor id="461" name="linkplus" initials="l" lastIdx="1" clrIdx="0"/>
  <p:cmAuthor id="466" name="未知用户118" initials="未" lastIdx="1" clrIdx="0"/>
  <p:cmAuthor id="470" name="未知用户119" initials="未" lastIdx="0" clrIdx="0"/>
  <p:cmAuthor id="471" name="未知用户120" initials="未" lastIdx="1" clrIdx="1"/>
  <p:cmAuthor id="472" name="alen" initials="a" lastIdx="2" clrIdx="0"/>
  <p:cmAuthor id="473" name="未知用户121" initials="未" lastIdx="8" clrIdx="0"/>
  <p:cmAuthor id="474" name="未知用户122" initials="未" lastIdx="0" clrIdx="0"/>
  <p:cmAuthor id="475" name="未知用户123" initials="未" lastIdx="1" clrIdx="0"/>
  <p:cmAuthor id="476" name="未知用户124" initials="未" lastIdx="9" clrIdx="0"/>
  <p:cmAuthor id="477" name="未知用户125" initials="未" lastIdx="2" clrIdx="0"/>
  <p:cmAuthor id="478" name="未知用户126" initials="未" lastIdx="1" clrIdx="0"/>
  <p:cmAuthor id="479" name="未知用户127" initials="未" lastIdx="1" clrIdx="0"/>
  <p:cmAuthor id="480" name="未知用户128" initials="未" lastIdx="1" clrIdx="0"/>
  <p:cmAuthor id="481" name="未知用户129" initials="未" lastIdx="0" clrIdx="8"/>
  <p:cmAuthor id="482" name="未知用户130" initials="未" lastIdx="1" clrIdx="0"/>
  <p:cmAuthor id="483" name="未知用户131" initials="未" lastIdx="10" clrIdx="0"/>
  <p:cmAuthor id="484" name="未知用户132" initials="未" lastIdx="1" clrIdx="0"/>
  <p:cmAuthor id="485" name="未知用户133" initials="未" lastIdx="2" clrIdx="0"/>
  <p:cmAuthor id="486" name="未知用户134" initials="未" lastIdx="1" clrIdx="0"/>
  <p:cmAuthor id="487" name="未知用户135" initials="未" lastIdx="0" clrIdx="0"/>
  <p:cmAuthor id="488" name="未知用户136" initials="未" lastIdx="1" clrIdx="0"/>
  <p:cmAuthor id="489" name="未知用户137" initials="未" lastIdx="0" clrIdx="0"/>
  <p:cmAuthor id="491" name="USER" initials="U" lastIdx="0" clrIdx="0"/>
  <p:cmAuthor id="493" name="未知用户138" initials="未" lastIdx="7" clrIdx="0"/>
  <p:cmAuthor id="496" name="未知用户141" initials="未" lastIdx="0" clrIdx="0"/>
  <p:cmAuthor id="497" name="未知用户142" initials="未" lastIdx="0" clrIdx="1"/>
  <p:cmAuthor id="500" name="未知用户143" initials="未" lastIdx="1" clrIdx="0"/>
  <p:cmAuthor id="502" name="未知用户144" initials="未" lastIdx="1" clrIdx="0"/>
  <p:cmAuthor id="503" name="未知用户145" initials="未" lastIdx="2" clrIdx="0"/>
  <p:cmAuthor id="507" name="未知用户114" initials="未" lastIdx="1" clrIdx="0"/>
  <p:cmAuthor id="508" name="未知用户115" initials="未" lastIdx="0" clrIdx="1"/>
  <p:cmAuthor id="509" name="未知用户116" initials="未" lastIdx="1" clrIdx="0"/>
  <p:cmAuthor id="510" name="未知用户117" initials="未" lastIdx="0" clrIdx="0"/>
  <p:cmAuthor id="511" name="未知用户139" initials="未" lastIdx="0" clrIdx="0"/>
  <p:cmAuthor id="517" name="王 一鸣" initials="王" lastIdx="1" clrIdx="0"/>
  <p:cmAuthor id="520" name="Well Li" initials="W" lastIdx="1" clrIdx="0"/>
  <p:cmAuthor id="522" name="未知用户188" initials="未" lastIdx="1" clrIdx="0"/>
  <p:cmAuthor id="523" name="未知用户189" initials="未" lastIdx="1" clrIdx="0"/>
  <p:cmAuthor id="524" name="未知用户165" initials="未" lastIdx="1" clrIdx="0"/>
  <p:cmAuthor id="525" name="未知用户166" initials="未" lastIdx="1" clrIdx="0"/>
  <p:cmAuthor id="526" name="未知用户167" initials="未" lastIdx="1" clrIdx="0"/>
  <p:cmAuthor id="527" name="未知用户168" initials="未" lastIdx="0" clrIdx="8"/>
  <p:cmAuthor id="528" name="未知用户169" initials="未" lastIdx="1" clrIdx="0"/>
  <p:cmAuthor id="529" name="未知用户170" initials="未" lastIdx="10" clrIdx="0"/>
  <p:cmAuthor id="530" name="未知用户171" initials="未" lastIdx="1" clrIdx="0"/>
  <p:cmAuthor id="531" name="未知用户172" initials="未" lastIdx="2" clrIdx="0"/>
  <p:cmAuthor id="532" name="未知用户173" initials="未" lastIdx="1" clrIdx="0"/>
  <p:cmAuthor id="533" name="未知用户174" initials="未" lastIdx="0" clrIdx="0"/>
  <p:cmAuthor id="534" name="未知用户175" initials="未" lastIdx="1" clrIdx="0"/>
  <p:cmAuthor id="535" name="未知用户176" initials="未" lastIdx="0" clrIdx="0"/>
  <p:cmAuthor id="536" name="未知用户198" initials="未" lastIdx="0" clrIdx="0"/>
  <p:cmAuthor id="537" name="未知用户150" initials="未" lastIdx="1" clrIdx="0"/>
  <p:cmAuthor id="538" name="未知用户220" initials="未" lastIdx="1" clrIdx="0"/>
  <p:cmAuthor id="539" name="未知用户221" initials="未" lastIdx="1" clrIdx="0"/>
  <p:cmAuthor id="540" name="未知用户199" initials="未" lastIdx="0" clrIdx="1"/>
  <p:cmAuthor id="541" name="未知用户200" initials="未" lastIdx="2" clrIdx="0"/>
  <p:cmAuthor id="542" name="未知用户201" initials="未" lastIdx="11" clrIdx="1"/>
  <p:cmAuthor id="543" name="未知用户214" initials="未" lastIdx="1" clrIdx="0"/>
  <p:cmAuthor id="544" name="未知用户216" initials="未" lastIdx="1" clrIdx="0"/>
  <p:cmAuthor id="545" name="未知用户202" initials="未" lastIdx="2" clrIdx="0"/>
  <p:cmAuthor id="546" name="未知用户203" initials="未" lastIdx="15" clrIdx="0"/>
  <p:cmAuthor id="547" name="未知用户204" initials="未" lastIdx="1" clrIdx="0"/>
  <p:cmAuthor id="548" name="未知用户205" initials="未" lastIdx="7" clrIdx="0"/>
  <p:cmAuthor id="549" name="未知用户206" initials="未" lastIdx="1" clrIdx="0"/>
  <p:cmAuthor id="550" name="未知用户207" initials="未" lastIdx="1" clrIdx="0"/>
  <p:cmAuthor id="551" name="未知用户208" initials="未" lastIdx="1" clrIdx="0"/>
  <p:cmAuthor id="552" name="未知用户209" initials="未" lastIdx="2" clrIdx="0"/>
  <p:cmAuthor id="553" name="未知用户210" initials="未" lastIdx="0" clrIdx="0"/>
  <p:cmAuthor id="554" name="未知用户213" initials="未" lastIdx="1" clrIdx="2"/>
  <p:cmAuthor id="555" name="未知用户211" initials="未" lastIdx="1" clrIdx="0"/>
  <p:cmAuthor id="556" name="未知用户68" initials="未" lastIdx="1" clrIdx="0"/>
  <p:cmAuthor id="561" name="sxp" initials="s" lastIdx="1" clrIdx="2"/>
  <p:cmAuthor id="563" name="allan" initials="a" lastIdx="1" clrIdx="0"/>
  <p:cmAuthor id="283" name="ROSIEANNA" initials="R" lastIdx="1" clrIdx="35"/>
  <p:cmAuthor id="290" name="未知用户163" initials="未" lastIdx="1" clrIdx="0"/>
  <p:cmAuthor id="291" name="未知用户151" initials="未" lastIdx="0" clrIdx="1"/>
  <p:cmAuthor id="293" name="未知用户164" initials="未" lastIdx="0" clrIdx="1"/>
  <p:cmAuthor id="296" name="未知用户155" initials="未" lastIdx="2" clrIdx="0"/>
  <p:cmAuthor id="298" name="未知用户157" initials="未" lastIdx="1" clrIdx="0"/>
  <p:cmAuthor id="307" name="821375975@qq.com" initials="8" lastIdx="1" clrIdx="23"/>
  <p:cmAuthor id="327" name="我" initials="我" lastIdx="1" clrIdx="32"/>
  <p:cmAuthor id="330" name="未知用户108" initials="未" lastIdx="1" clrIdx="0"/>
  <p:cmAuthor id="331" name="未知用户72" initials="未" lastIdx="2" clrIdx="0"/>
  <p:cmAuthor id="332" name="未知用户73" initials="未" lastIdx="1" clrIdx="0"/>
  <p:cmAuthor id="334" name="未知用户110" initials="未" lastIdx="14" clrIdx="0"/>
  <p:cmAuthor id="49837070" name="张 美红" initials="张" lastIdx="1" clrIdx="120"/>
  <p:cmAuthor id="336" name="未知用户65" initials="未" lastIdx="1" clrIdx="0"/>
  <p:cmAuthor id="340" name="zhaoby01" initials="z" lastIdx="2" clrIdx="6"/>
  <p:cmAuthor id="341" name="Lydia" initials="L" lastIdx="1" clrIdx="0"/>
  <p:cmAuthor id="344" name="dingenshi" initials="d" lastIdx="1" clrIdx="0"/>
  <p:cmAuthor id="345" name="cpic" initials="c" lastIdx="0" clrIdx="0"/>
  <p:cmAuthor id="347" name="taowei" initials="t" lastIdx="1" clrIdx="0"/>
  <p:cmAuthor id="352" name="Yvonne Lin" initials="Y" lastIdx="35" clrIdx="3"/>
  <p:cmAuthor id="353" name="Gallivan, John-Paul {MDAO~Basel}" initials="G" lastIdx="4" clrIdx="4"/>
  <p:cmAuthor id="354" name="Helms, Hans-Joachim {MDBA~Basel}" initials="H" lastIdx="36" clrIdx="5"/>
  <p:cmAuthor id="355" name="Codon Medical" initials="C" lastIdx="57" clrIdx="6"/>
  <p:cmAuthor id="356" name="Petersen, Jenny {MDBD~South San Francisco}" initials="P" lastIdx="4" clrIdx="7"/>
  <p:cmAuthor id="357" name="刘风香" initials="刘" lastIdx="5" clrIdx="20"/>
  <p:cmAuthor id="747" name="wenle369@sina.com" initials="w" lastIdx="1" clrIdx="0"/>
  <p:cmAuthor id="360" name="Mary Beattie" initials="M" lastIdx="11" clrIdx="11"/>
  <p:cmAuthor id="361" name="Melanie Smitt" initials="M" lastIdx="33" clrIdx="12"/>
  <p:cmAuthor id="362" name="Andrea Michels" initials="A" lastIdx="13" clrIdx="13"/>
  <p:cmAuthor id="363" name="Daniel Clyde (HI)" initials="D" lastIdx="24" clrIdx="0"/>
  <p:cmAuthor id="364" name="Fitzpatrick, Nicole {MGAO~Basel}" initials="F" lastIdx="16" clrIdx="1"/>
  <p:cmAuthor id="365" name="Kate Rijnen" initials="K" lastIdx="11" clrIdx="2"/>
  <p:cmAuthor id="755" name="未知用户418" initials="未" lastIdx="1" clrIdx="0"/>
  <p:cmAuthor id="366" name="Mark McGregor (HI)" initials="M" lastIdx="33" clrIdx="3"/>
  <p:cmAuthor id="756" name="未知用户271" initials="未" lastIdx="1" clrIdx="0"/>
  <p:cmAuthor id="367" name="Machackova, Zuzana {MDAO~Basel}" initials="M" lastIdx="37" clrIdx="5"/>
  <p:cmAuthor id="368" name="Franca, Ryan {MDAO~Basel}" initials="F" lastIdx="6" clrIdx="6"/>
  <p:cmAuthor id="369" name="Bart Baranowski (HI)" initials="B" lastIdx="16" clrIdx="7"/>
  <p:cmAuthor id="370" name="Helen Keyworth (HI)" initials="H" lastIdx="77" clrIdx="8"/>
  <p:cmAuthor id="371" name="Louise Adamson (HI)" initials="L" lastIdx="173" clrIdx="9"/>
  <p:cmAuthor id="376" name="hpguan" initials="h" lastIdx="27" clrIdx="0"/>
  <p:cmAuthor id="379" name="何富军" initials="何" lastIdx="1" clrIdx="0"/>
  <p:cmAuthor id="381" name="fafa" initials="f" lastIdx="2" clrIdx="1"/>
  <p:cmAuthor id="384" name="xusha" initials="x" lastIdx="1" clrIdx="2"/>
  <p:cmAuthor id="388" name="wanghao31" initials="w" lastIdx="2" clrIdx="0"/>
  <p:cmAuthor id="839" name="未知用户488" initials="未" lastIdx="10" clrIdx="0"/>
  <p:cmAuthor id="840" name="未知用户490" initials="未" lastIdx="1" clrIdx="0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55" name="部室管理员/软件开发中心/总行机关/ABC" initials="部" lastIdx="1" clrIdx="5"/>
  <p:cmAuthor id="857" name="zilong.li" initials="z" lastIdx="4" clrIdx="0"/>
  <p:cmAuthor id="858" name="James Conard" initials="J" lastIdx="3" clrIdx="0"/>
  <p:cmAuthor id="860" name="22010" initials="2" lastIdx="1" clrIdx="859"/>
  <p:cmAuthor id="861" name="seki" initials="s" lastIdx="1" clrIdx="0"/>
  <p:cmAuthor id="863" name="daliang xu" initials="d" lastIdx="1" clrIdx="0"/>
  <p:cmAuthor id="864" name="刘凯欣" initials="刘" lastIdx="2" clrIdx="0"/>
  <p:cmAuthor id="865" name="3930" initials="3" lastIdx="1" clrIdx="24"/>
  <p:cmAuthor id="866" name="Chinalife_Cz" initials="C" lastIdx="1" clrIdx="0"/>
  <p:cmAuthor id="867" name="M7100z-win7" initials="M" lastIdx="1" clrIdx="6"/>
  <p:cmAuthor id="868" name="李昀东" initials="李" lastIdx="1" clrIdx="0"/>
  <p:cmAuthor id="869" name="liuhao24" initials="l" lastIdx="2" clrIdx="0"/>
  <p:cmAuthor id="870" name="理者" initials="理" lastIdx="2" clrIdx="0"/>
  <p:cmAuthor id="871" name="闪电杰尼" initials="闪" lastIdx="1" clrIdx="870"/>
  <p:cmAuthor id="872" name="翔宇" initials="翔" lastIdx="1" clrIdx="19"/>
  <p:cmAuthor id="873" name="t-1i-caiwu" initials="t" lastIdx="2" clrIdx="0"/>
  <p:cmAuthor id="874" name="zhaoyue46" initials="z" lastIdx="6" clrIdx="0"/>
  <p:cmAuthor id="876" name="未知用户111" initials="未" lastIdx="2" clrIdx="0"/>
  <p:cmAuthor id="877" name="未知用户112" initials="未" lastIdx="1" clrIdx="0"/>
  <p:cmAuthor id="878" name="未知用户113" initials="未" lastIdx="1" clrIdx="0"/>
  <p:cmAuthor id="879" name="姜伟光" initials="姜" lastIdx="1" clrIdx="0"/>
  <p:cmAuthor id="880" name="宋洁然" initials="宋" lastIdx="2" clrIdx="1"/>
  <p:cmAuthor id="881" name="ming qiu" initials="m" lastIdx="17" clrIdx="1"/>
  <p:cmAuthor id="882" name="Eileen Yi" initials="E" lastIdx="35" clrIdx="8"/>
  <p:cmAuthor id="883" name="dellwin" initials="d" lastIdx="5" clrIdx="0"/>
  <p:cmAuthor id="884" name="未知用户410" initials="未" lastIdx="1" clrIdx="0"/>
  <p:cmAuthor id="886" name="张妍" initials="张" lastIdx="3" clrIdx="0"/>
  <p:cmAuthor id="887" name="wangqi01-lhe" initials="w" lastIdx="3" clrIdx="23"/>
  <p:cmAuthor id="888" name="ae2000" initials="a" lastIdx="1" clrIdx="0"/>
  <p:cmAuthor id="889" name="黄梅" initials="黄" lastIdx="1" clrIdx="1"/>
  <p:cmAuthor id="890" name="赵生杰" initials="赵" lastIdx="1" clrIdx="0"/>
  <p:cmAuthor id="891" name="yuxue" initials="y" lastIdx="1" clrIdx="3"/>
  <p:cmAuthor id="892" name="Abel" initials="A" lastIdx="1" clrIdx="0"/>
  <p:cmAuthor id="893" name="xq" initials="x" lastIdx="2" clrIdx="11"/>
  <p:cmAuthor id="894" name="FrogPrince1121" initials="F" lastIdx="1" clrIdx="1"/>
  <p:cmAuthor id="895" name="刘莹" initials="刘" lastIdx="1" clrIdx="2"/>
  <p:cmAuthor id="896" name="hasee" initials="h" lastIdx="1" clrIdx="0"/>
  <p:cmAuthor id="897" name="贝贝ai猪" initials="贝" lastIdx="1" clrIdx="119"/>
  <p:cmAuthor id="898" name="User_2" initials="U" lastIdx="3" clrIdx="1"/>
  <p:cmAuthor id="899" name="未知用户42" initials="未" lastIdx="1" clrIdx="15"/>
  <p:cmAuthor id="900" name="sdzz-syy" initials="s" lastIdx="1" clrIdx="0"/>
  <p:cmAuthor id="901" name="谢俊/技术总监室/软件开发中心/总行机关/ABC" initials="谢" lastIdx="141" clrIdx="2"/>
  <p:cmAuthor id="902" name="CN=谢俊/OU=技术总监室/OU=软件开发中心/OU=总行机关/O=ABC" initials="C" lastIdx="3" clrIdx="3"/>
  <p:cmAuthor id="903" name="wpp" initials="w" lastIdx="0" clrIdx="0"/>
  <p:cmAuthor id="905" name="AbuSina" initials="A" lastIdx="2" clrIdx="0"/>
  <p:cmAuthor id="906" name="zhengwen" initials="z" lastIdx="1" clrIdx="0"/>
  <p:cmAuthor id="908" name="wangsc" initials="w" lastIdx="1" clrIdx="34"/>
  <p:cmAuthor id="909" name="tk-taiyuan" initials="t" lastIdx="1" clrIdx="741"/>
  <p:cmAuthor id="910" name="chenzheng4" initials="c" lastIdx="1" clrIdx="22"/>
  <p:cmAuthor id="911" name="王 震环" initials="王" lastIdx="6" clrIdx="23"/>
  <p:cmAuthor id="912" name="yang" initials="y" lastIdx="1" clrIdx="144"/>
  <p:cmAuthor id="913" name="T K" initials="T" lastIdx="2" clrIdx="96"/>
  <p:cmAuthor id="915" name="刘彩琴" initials="刘" lastIdx="1" clrIdx="0"/>
  <p:cmAuthor id="916" name="罗梁" initials="罗" lastIdx="1" clrIdx="36"/>
  <p:cmAuthor id="917" name="z cl" initials="z" lastIdx="8" clrIdx="0"/>
  <p:cmAuthor id="918" name="liuys40" initials="l" lastIdx="1" clrIdx="3"/>
  <p:cmAuthor id="919" name="刘 帅" initials="刘" lastIdx="1" clrIdx="0"/>
  <p:cmAuthor id="920" name="martin" initials="m" lastIdx="0" clrIdx="2"/>
  <p:cmAuthor id="921" name="qin yu" initials="q" lastIdx="2" clrIdx="4"/>
  <p:cmAuthor id="922" name="沈 秀敏" initials="沈" lastIdx="2" clrIdx="0"/>
  <p:cmAuthor id="924" name="李建阳（内蒙古英才管培生）" initials="李" lastIdx="2" clrIdx="0"/>
  <p:cmAuthor id="925" name="马靖松" initials="马" lastIdx="1" clrIdx="0"/>
  <p:cmAuthor id="926" name="pingchangxin@outlook.com LI" initials="p" lastIdx="5" clrIdx="0"/>
  <p:cmAuthor id="927" name="张晓燕(内蒙古巴彦淖尔)" initials="张" lastIdx="1" clrIdx="0"/>
  <p:cmAuthor id="928" name="王凯" initials="王" lastIdx="1" clrIdx="0"/>
  <p:cmAuthor id="929" name="沈琪-pbj" initials="沈" lastIdx="1" clrIdx="0"/>
  <p:cmAuthor id="932" name="LUO CHENG" initials="L" lastIdx="1" clrIdx="0"/>
  <p:cmAuthor id="933" name="scx" initials="s" lastIdx="1" clrIdx="0"/>
  <p:cmAuthor id="934" name="shenyanning-001" initials="s" lastIdx="8" clrIdx="0"/>
  <p:cmAuthor id="935" name="lipengfei01111@outlook.com" initials="l" lastIdx="1" clrIdx="0"/>
  <p:cmAuthor id="937" name="Evander Wan" initials="E" lastIdx="7" clrIdx="1"/>
  <p:cmAuthor id="939" name="Simon Camp" initials="S" lastIdx="1" clrIdx="0"/>
  <p:cmAuthor id="940" name="郭佳宏" initials="郭" lastIdx="1" clrIdx="0"/>
  <p:cmAuthor id="941" name="王书珍" initials="王" lastIdx="1" clrIdx="1"/>
  <p:cmAuthor id="942" name="何兴胜" initials="何" lastIdx="3" clrIdx="0"/>
  <p:cmAuthor id="943" name="bing" initials="b" lastIdx="2" clrIdx="0"/>
  <p:cmAuthor id="944" name="hh" initials="h" lastIdx="1" clrIdx="0"/>
  <p:cmAuthor id="945" name="273839920@qq.com" initials="2" lastIdx="1" clrIdx="0"/>
  <p:cmAuthor id="947" name="陈健" initials="陈" lastIdx="1" clrIdx="138"/>
  <p:cmAuthor id="948" name="Hope0187" initials="H" lastIdx="1" clrIdx="6"/>
  <p:cmAuthor id="949" name="靖千 罗" initials="靖" lastIdx="1" clrIdx="82"/>
  <p:cmAuthor id="950" name="舒迪" initials="舒" lastIdx="2" clrIdx="0"/>
  <p:cmAuthor id="951" name="Maxsad" initials="M" lastIdx="1" clrIdx="0"/>
  <p:cmAuthor id="953" name="8613607323127" initials="8" lastIdx="1" clrIdx="196"/>
  <p:cmAuthor id="954" name="liuyadong" initials="l" lastIdx="1" clrIdx="953"/>
  <p:cmAuthor id="955" name="69395" initials="6" lastIdx="2" clrIdx="175"/>
  <p:cmAuthor id="956" name="hanwen luo" initials="h" lastIdx="1" clrIdx="33"/>
  <p:cmAuthor id="957" name="Cpic" initials="C" lastIdx="0" clrIdx="0"/>
  <p:cmAuthor id="958" name="肖雪杉" initials="肖" lastIdx="1" clrIdx="97"/>
  <p:cmAuthor id="959" name="小田" initials="小" lastIdx="1" clrIdx="0"/>
  <p:cmAuthor id="960" name="刘 念" initials="刘" lastIdx="2" clrIdx="35"/>
  <p:cmAuthor id="961" name="Wangzhi gang" initials="W" lastIdx="1" clrIdx="0"/>
  <p:cmAuthor id="962" name="庄伟铭zwm136200" initials="庄" lastIdx="1" clrIdx="1"/>
  <p:cmAuthor id="963" name="张 凯" initials="张" lastIdx="1" clrIdx="34"/>
  <p:cmAuthor id="965" name="CNTP" initials="C" lastIdx="2" clrIdx="118"/>
  <p:cmAuthor id="966" name="李柯然" initials="李" lastIdx="1" clrIdx="0"/>
  <p:cmAuthor id="967" name="LENOVO" initials="L" lastIdx="1" clrIdx="0"/>
  <p:cmAuthor id="968" name="li hw" initials="l" lastIdx="1" clrIdx="36"/>
  <p:cmAuthor id="969" name="王玉" initials="王" lastIdx="1" clrIdx="0"/>
  <p:cmAuthor id="970" name="Ming Zuo" initials="M" lastIdx="1" clrIdx="0"/>
  <p:cmAuthor id="971" name="FR" initials="F" lastIdx="1" clrIdx="93"/>
  <p:cmAuthor id="972" name="Office User" initials="O" lastIdx="1" clrIdx="94"/>
  <p:cmAuthor id="973" name="张星-lgd" initials="张" lastIdx="5" clrIdx="0"/>
  <p:cmAuthor id="974" name="dreamsummit" initials="d" lastIdx="1" clrIdx="0"/>
  <p:cmAuthor id="976" name="LS" initials="L" lastIdx="1" clrIdx="0"/>
  <p:cmAuthor id="977" name="2819264246@qq.com" initials="2" lastIdx="1" clrIdx="22"/>
  <p:cmAuthor id="978" name="Morgan, Aaron" initials="M" lastIdx="3" clrIdx="1"/>
  <p:cmAuthor id="979" name="weige" initials="w" lastIdx="2" clrIdx="0"/>
  <p:cmAuthor id="980" name="志国 刘" initials="志" lastIdx="1" clrIdx="0"/>
  <p:cmAuthor id="981" name="李 俊琦" initials="李" lastIdx="1" clrIdx="0"/>
  <p:cmAuthor id="982" name="沈 鹤" initials="沈" lastIdx="1" clrIdx="5"/>
  <p:cmAuthor id="983" name="jilin" initials="j" lastIdx="20" clrIdx="0"/>
  <p:cmAuthor id="984" name="王保青-pah" initials="王" lastIdx="0" clrIdx="0"/>
  <p:cmAuthor id="986" name="Jason Li" initials="J" lastIdx="1" clrIdx="2"/>
  <p:cmAuthor id="987" name="duxingge" initials="d" lastIdx="2" clrIdx="4"/>
  <p:cmAuthor id="988" name="tangjx03" initials="t" lastIdx="1" clrIdx="987"/>
  <p:cmAuthor id="989" name="yingchao xi" initials="y" lastIdx="7" clrIdx="0"/>
  <p:cmAuthor id="990" name="depeng diao" initials="d" lastIdx="0" clrIdx="0"/>
  <p:cmAuthor id="991" name="amyzhang" initials="a" lastIdx="1" clrIdx="0"/>
  <p:cmAuthor id="992" name="JerryW" initials="J" lastIdx="1" clrIdx="0"/>
  <p:cmAuthor id="993" name="shenyy" initials="s" lastIdx="1" clrIdx="7"/>
  <p:cmAuthor id="994" name="Jason Cheung" initials="J" lastIdx="0" clrIdx="0"/>
  <p:cmAuthor id="995" name="刘笑" initials="刘" lastIdx="1" clrIdx="0"/>
  <p:cmAuthor id="996" name="admini" initials="a" lastIdx="2" clrIdx="0"/>
  <p:cmAuthor id="997" name="Maggie" initials="M" lastIdx="1" clrIdx="0"/>
  <p:cmAuthor id="235" name="史璐瑶" initials="史" lastIdx="1" clrIdx="23"/>
  <p:cmAuthor id="236" name="86139" initials="8" lastIdx="1" clrIdx="0"/>
  <p:cmAuthor id="288" name="王 金谦" initials="王" lastIdx="2" clrIdx="21"/>
  <p:cmAuthor id="295" name="张逸晨" initials="张" lastIdx="1" clrIdx="0"/>
  <p:cmAuthor id="297" name="谢 小小" initials="谢" lastIdx="1" clrIdx="0"/>
  <p:cmAuthor id="299" name="Yoda KK" initials="Y" lastIdx="1" clrIdx="10"/>
  <p:cmAuthor id="300" name="邓鹏君" initials="邓" lastIdx="1" clrIdx="0"/>
  <p:cmAuthor id="301" name="zhouyangfan" initials="z" lastIdx="0" clrIdx="0"/>
  <p:cmAuthor id="303" name="fengyuan03" initials="f" lastIdx="11" clrIdx="1"/>
  <p:cmAuthor id="304" name="刘国强" initials="刘" lastIdx="1" clrIdx="0"/>
  <p:cmAuthor id="306" name="miaott" initials="m" lastIdx="0" clrIdx="195"/>
  <p:cmAuthor id="308" name="刘云飞" initials="刘" lastIdx="1" clrIdx="6"/>
  <p:cmAuthor id="322" name="未知用户99" initials="未" lastIdx="10" clrIdx="0"/>
  <p:cmAuthor id="324" name="未知用户101" initials="未" lastIdx="1" clrIdx="2"/>
  <p:cmAuthor id="326" name="未知用户103" initials="未" lastIdx="2" clrIdx="1"/>
  <p:cmAuthor id="329" name="David Morgan (HI)" initials="D" lastIdx="17" clrIdx="11"/>
  <p:cmAuthor id="333" name="橙子" initials="橙" lastIdx="2" clrIdx="1"/>
  <p:cmAuthor id="335" name="熘?" initials="熘" lastIdx="1" clrIdx="0"/>
  <p:cmAuthor id="386" name="伟哥" initials="伟" lastIdx="1" clrIdx="138"/>
  <p:cmAuthor id="387" name="未知用户266" initials="未" lastIdx="1" clrIdx="0"/>
  <p:cmAuthor id="390" name="Liang Dong" initials="L" lastIdx="24" clrIdx="0"/>
  <p:cmAuthor id="392" name="未知用户295" initials="未" lastIdx="1" clrIdx="5"/>
  <p:cmAuthor id="393" name="许 爽" initials="许" lastIdx="1" clrIdx="207"/>
  <p:cmAuthor id="400" name="任俊宣" initials="任" lastIdx="1" clrIdx="6"/>
  <p:cmAuthor id="1316121247" name="林桦桦" initials="林" lastIdx="18242" clrIdx="0"/>
  <p:cmAuthor id="1316121248" name="aliutao007@163.com" initials="a" lastIdx="1" clrIdx="962"/>
  <p:cmAuthor id="1316121249" name="752844632@qq.com" initials="7" lastIdx="1" clrIdx="988"/>
  <p:cmAuthor id="421" name="?定义" initials="?" lastIdx="2" clrIdx="0"/>
  <p:cmAuthor id="425" name="张静_QZZvv2Aj" initials="张" lastIdx="1658295" clrIdx="95"/>
  <p:cmAuthor id="429" name="tianan" initials="t" lastIdx="1" clrIdx="5"/>
  <p:cmAuthor id="455" name="he zhirui" initials="h" lastIdx="1" clrIdx="82"/>
  <p:cmAuthor id="456" name="tkadmin" initials="t" lastIdx="1" clrIdx="455"/>
  <p:cmAuthor id="458" name="未知用户67" initials="未" lastIdx="1" clrIdx="0"/>
  <p:cmAuthor id="459" name="李红钢" initials="李" lastIdx="1" clrIdx="458"/>
  <p:cmAuthor id="460" name="McGlasson, Louise" initials="M" lastIdx="6" clrIdx="0"/>
  <p:cmAuthor id="463" name="孙璐璐" initials="孙" lastIdx="1" clrIdx="0"/>
  <p:cmAuthor id="464" name="李旭兰" initials="李" lastIdx="1" clrIdx="0"/>
  <p:cmAuthor id="465" name="未定义" initials="未" lastIdx="11" clrIdx="0"/>
  <p:cmAuthor id="468" name="范丽萍" initials="范" lastIdx="1" clrIdx="467"/>
  <p:cmAuthor id="49837068" name="唐芳菲" initials="唐芳菲" lastIdx="1" clrIdx="81"/>
  <p:cmAuthor id="469" name="zhuyk" initials="z" lastIdx="1" clrIdx="1"/>
  <p:cmAuthor id="49837071" name="邹 伟栋" initials="邹" lastIdx="1" clrIdx="207"/>
  <p:cmAuthor id="49837072" name="孙明阳" initials="孙明阳" lastIdx="4" clrIdx="210"/>
  <p:cmAuthor id="49837073" name="sk" initials="s" lastIdx="1" clrIdx="735"/>
  <p:cmAuthor id="49837074" name="余森" initials="余森" lastIdx="1" clrIdx="449"/>
  <p:cmAuthor id="49837075" name="孙 鹏" initials="孙" lastIdx="1" clrIdx="746"/>
  <p:cmAuthor id="49837076" name="肖琼" initials="肖琼" lastIdx="1" clrIdx="453"/>
  <p:cmAuthor id="495" name="zhaozhihua-lhn" initials="z" lastIdx="1" clrIdx="0"/>
  <p:cmAuthor id="498" name="未知用户228" initials="未" lastIdx="2" clrIdx="0"/>
  <p:cmAuthor id="499" name="video" initials="v" lastIdx="1" clrIdx="0"/>
  <p:cmAuthor id="504" name="未知用户194" initials="未" lastIdx="11" clrIdx="0"/>
  <p:cmAuthor id="512" name="未知用户140" initials="未" lastIdx="0" clrIdx="1"/>
  <p:cmAuthor id="514" name="deeplm" initials="d" lastIdx="1" clrIdx="0"/>
  <p:cmAuthor id="515" name="王 婧" initials="王" lastIdx="1" clrIdx="19"/>
  <p:cmAuthor id="516" name="未知用户197" initials="未" lastIdx="0" clrIdx="1"/>
  <p:cmAuthor id="519" name="龚平-lcq" initials="龚" lastIdx="3" clrIdx="0"/>
  <p:cmAuthor id="557" name="未知用户314" initials="未" lastIdx="1" clrIdx="0"/>
  <p:cmAuthor id="558" name="未知用户337" initials="未" lastIdx="0" clrIdx="0"/>
  <p:cmAuthor id="559" name="未知用户336" initials="未" lastIdx="1" clrIdx="0"/>
  <p:cmAuthor id="560" name="未知用户318" initials="未" lastIdx="1" clrIdx="1"/>
  <p:cmAuthor id="562" name="未知用户320" initials="未" lastIdx="3" clrIdx="0"/>
  <p:cmAuthor id="564" name="未知用户322" initials="未" lastIdx="0" clrIdx="0"/>
  <p:cmAuthor id="565" name="未知用户323" initials="未" lastIdx="9" clrIdx="0"/>
  <p:cmAuthor id="566" name="未知用户287" initials="未" lastIdx="1" clrIdx="0"/>
  <p:cmAuthor id="567" name="未知用户324" initials="未" lastIdx="1" clrIdx="0"/>
  <p:cmAuthor id="568" name="未知用户325" initials="未" lastIdx="2" clrIdx="0"/>
  <p:cmAuthor id="569" name="未知用户290" initials="未" lastIdx="1" clrIdx="0"/>
  <p:cmAuthor id="570" name="未知用户291" initials="未" lastIdx="1" clrIdx="0"/>
  <p:cmAuthor id="571" name="未知用户292" initials="未" lastIdx="0" clrIdx="0"/>
  <p:cmAuthor id="572" name="未知用户293" initials="未" lastIdx="1" clrIdx="0"/>
  <p:cmAuthor id="573" name="未知用户294" initials="未" lastIdx="1" clrIdx="1"/>
  <p:cmAuthor id="575" name="未知用户326" initials="未" lastIdx="1" clrIdx="0"/>
  <p:cmAuthor id="576" name="未知用户327" initials="未" lastIdx="2" clrIdx="0"/>
  <p:cmAuthor id="577" name="未知用户328" initials="未" lastIdx="2" clrIdx="0"/>
  <p:cmAuthor id="578" name="未知用户299" initials="未" lastIdx="3" clrIdx="0"/>
  <p:cmAuthor id="579" name="未知用户300" initials="未" lastIdx="22" clrIdx="0"/>
  <p:cmAuthor id="580" name="未知用户301" initials="未" lastIdx="1" clrIdx="0"/>
  <p:cmAuthor id="581" name="未知用户302" initials="未" lastIdx="1" clrIdx="1"/>
  <p:cmAuthor id="582" name="未知用户303" initials="未" lastIdx="1" clrIdx="0"/>
  <p:cmAuthor id="583" name="未知用户304" initials="未" lastIdx="1" clrIdx="35"/>
  <p:cmAuthor id="584" name="未知用户305" initials="未" lastIdx="1" clrIdx="0"/>
  <p:cmAuthor id="585" name="未知用户306" initials="未" lastIdx="0" clrIdx="0"/>
  <p:cmAuthor id="586" name="未知用户222" initials="未" lastIdx="1" clrIdx="1"/>
  <p:cmAuthor id="587" name="未知用户224" initials="未" lastIdx="0" clrIdx="0"/>
  <p:cmAuthor id="588" name="未知用户332" initials="未" lastIdx="1" clrIdx="0"/>
  <p:cmAuthor id="589" name="未知用户309" initials="未" lastIdx="0" clrIdx="0"/>
  <p:cmAuthor id="590" name="未知用户310" initials="未" lastIdx="1" clrIdx="21"/>
  <p:cmAuthor id="591" name="未知用户311" initials="未" lastIdx="1" clrIdx="0"/>
  <p:cmAuthor id="592" name="未知用户312" initials="未" lastIdx="4" clrIdx="1"/>
  <p:cmAuthor id="593" name="未知用户313" initials="未" lastIdx="1" clrIdx="0"/>
  <p:cmAuthor id="594" name="未知用户335" initials="未" lastIdx="1" clrIdx="0"/>
  <p:cmAuthor id="595" name="未知用户316" initials="未" lastIdx="1" clrIdx="0"/>
  <p:cmAuthor id="596" name="未知用户277" initials="未" lastIdx="1" clrIdx="0"/>
  <p:cmAuthor id="597" name="未知用户278" initials="未" lastIdx="1" clrIdx="0"/>
  <p:cmAuthor id="598" name="未知用户272" initials="未" lastIdx="10" clrIdx="0"/>
  <p:cmAuthor id="599" name="未知用户273" initials="未" lastIdx="1" clrIdx="0"/>
  <p:cmAuthor id="600" name="未知用户279" initials="未" lastIdx="1" clrIdx="1"/>
  <p:cmAuthor id="601" name="未知用户233" initials="未" lastIdx="1" clrIdx="0"/>
  <p:cmAuthor id="602" name="未知用户229" initials="未" lastIdx="0" clrIdx="0"/>
  <p:cmAuthor id="603" name="未知用户234" initials="未" lastIdx="1" clrIdx="0"/>
  <p:cmAuthor id="604" name="未知用户274" initials="未" lastIdx="1" clrIdx="0"/>
  <p:cmAuthor id="605" name="未知用户236" initials="未" lastIdx="0" clrIdx="0"/>
  <p:cmAuthor id="606" name="未知用户280" initials="未" lastIdx="2" clrIdx="0"/>
  <p:cmAuthor id="607" name="未知用户238" initials="未" lastIdx="1" clrIdx="21"/>
  <p:cmAuthor id="608" name="未知用户239" initials="未" lastIdx="1" clrIdx="0"/>
  <p:cmAuthor id="609" name="未知用户240" initials="未" lastIdx="4" clrIdx="1"/>
  <p:cmAuthor id="610" name="未知用户241" initials="未" lastIdx="1" clrIdx="0"/>
  <p:cmAuthor id="611" name="未知用户242" initials="未" lastIdx="1" clrIdx="0"/>
  <p:cmAuthor id="612" name="未知用户243" initials="未" lastIdx="1" clrIdx="0"/>
  <p:cmAuthor id="613" name="未知用户244" initials="未" lastIdx="1" clrIdx="0"/>
  <p:cmAuthor id="614" name="未知用户245" initials="未" lastIdx="1" clrIdx="0"/>
  <p:cmAuthor id="615" name="未知用户246" initials="未" lastIdx="1" clrIdx="1"/>
  <p:cmAuthor id="616" name="未知用户247" initials="未" lastIdx="7" clrIdx="0"/>
  <p:cmAuthor id="617" name="未知用户248" initials="未" lastIdx="3" clrIdx="0"/>
  <p:cmAuthor id="618" name="未知用户249" initials="未" lastIdx="1" clrIdx="0"/>
  <p:cmAuthor id="619" name="未知用户250" initials="未" lastIdx="0" clrIdx="0"/>
  <p:cmAuthor id="620" name="未知用户251" initials="未" lastIdx="9" clrIdx="0"/>
  <p:cmAuthor id="621" name="未知用户252" initials="未" lastIdx="1" clrIdx="0"/>
  <p:cmAuthor id="622" name="未知用户253" initials="未" lastIdx="1" clrIdx="0"/>
  <p:cmAuthor id="623" name="未知用户254" initials="未" lastIdx="2" clrIdx="0"/>
  <p:cmAuthor id="624" name="未知用户255" initials="未" lastIdx="1" clrIdx="0"/>
  <p:cmAuthor id="625" name="未知用户256" initials="未" lastIdx="1" clrIdx="0"/>
  <p:cmAuthor id="626" name="未知用户257" initials="未" lastIdx="0" clrIdx="0"/>
  <p:cmAuthor id="627" name="未知用户258" initials="未" lastIdx="1" clrIdx="0"/>
  <p:cmAuthor id="628" name="未知用户259" initials="未" lastIdx="1" clrIdx="1"/>
  <p:cmAuthor id="629" name="未知用户260" initials="未" lastIdx="1" clrIdx="0"/>
  <p:cmAuthor id="630" name="未知用户275" initials="未" lastIdx="1" clrIdx="0"/>
  <p:cmAuthor id="631" name="未知用户276" initials="未" lastIdx="2" clrIdx="0"/>
  <p:cmAuthor id="632" name="未知用户263" initials="未" lastIdx="2" clrIdx="0"/>
  <p:cmAuthor id="633" name="未知用户264" initials="未" lastIdx="3" clrIdx="0"/>
  <p:cmAuthor id="634" name="未知用户265" initials="未" lastIdx="22" clrIdx="0"/>
  <p:cmAuthor id="636" name="未知用户267" initials="未" lastIdx="1" clrIdx="0"/>
  <p:cmAuthor id="637" name="未知用户268" initials="未" lastIdx="1" clrIdx="35"/>
  <p:cmAuthor id="638" name="未知用户269" initials="未" lastIdx="1" clrIdx="0"/>
  <p:cmAuthor id="639" name="未知用户270" initials="未" lastIdx="0" clrIdx="0"/>
  <p:cmAuthor id="640" name="未知用户193" initials="未" lastIdx="2" clrIdx="0"/>
  <p:cmAuthor id="641" name="未知用户195" initials="未" lastIdx="22" clrIdx="0"/>
  <p:cmAuthor id="642" name="未知用户196" initials="未" lastIdx="1" clrIdx="0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648" name="未知用户288" initials="未" lastIdx="1" clrIdx="0"/>
  <p:cmAuthor id="649" name="未知用户297" initials="未" lastIdx="1" clrIdx="0"/>
  <p:cmAuthor id="650" name="未知用户298" initials="未" lastIdx="1" clrIdx="1"/>
  <p:cmAuthor id="651" name="未知用户307" initials="未" lastIdx="7" clrIdx="0"/>
  <p:cmAuthor id="652" name="未知用户308" initials="未" lastIdx="3" clrIdx="0"/>
  <p:cmAuthor id="653" name="未知用户315" initials="未" lastIdx="1" clrIdx="0"/>
  <p:cmAuthor id="654" name="未知用户317" initials="未" lastIdx="0" clrIdx="0"/>
  <p:cmAuthor id="655" name="未知用户329" initials="未" lastIdx="9" clrIdx="0"/>
  <p:cmAuthor id="656" name="未知用户333" initials="未" lastIdx="1" clrIdx="0"/>
  <p:cmAuthor id="657" name="未知用户334" initials="未" lastIdx="1" clrIdx="0"/>
  <p:cmAuthor id="658" name="未知用户340" initials="未" lastIdx="2" clrIdx="0"/>
  <p:cmAuthor id="659" name="未知用户341" initials="未" lastIdx="1" clrIdx="0"/>
  <p:cmAuthor id="660" name="未知用户342" initials="未" lastIdx="1" clrIdx="0"/>
  <p:cmAuthor id="661" name="未知用户343" initials="未" lastIdx="0" clrIdx="0"/>
  <p:cmAuthor id="662" name="未知用户344" initials="未" lastIdx="1" clrIdx="0"/>
  <p:cmAuthor id="663" name="未知用户345" initials="未" lastIdx="1" clrIdx="1"/>
  <p:cmAuthor id="664" name="未知用户365" initials="未" lastIdx="1" clrIdx="0"/>
  <p:cmAuthor id="665" name="未知用户366" initials="未" lastIdx="1" clrIdx="0"/>
  <p:cmAuthor id="666" name="未知用户367" initials="未" lastIdx="2" clrIdx="0"/>
  <p:cmAuthor id="667" name="未知用户368" initials="未" lastIdx="2" clrIdx="0"/>
  <p:cmAuthor id="668" name="未知用户403" initials="未" lastIdx="1" clrIdx="0"/>
  <p:cmAuthor id="669" name="未知用户402" initials="未" lastIdx="1" clrIdx="0"/>
  <p:cmAuthor id="670" name="未知用户379" initials="未" lastIdx="10" clrIdx="0"/>
  <p:cmAuthor id="671" name="未知用户380" initials="未" lastIdx="1" clrIdx="0"/>
  <p:cmAuthor id="672" name="未知用户405" initials="未" lastIdx="2" clrIdx="0"/>
  <p:cmAuthor id="673" name="未知用户382" initials="未" lastIdx="1" clrIdx="0"/>
  <p:cmAuthor id="674" name="未知用户383" initials="未" lastIdx="1" clrIdx="0"/>
  <p:cmAuthor id="675" name="未知用户384" initials="未" lastIdx="1" clrIdx="1"/>
  <p:cmAuthor id="676" name="未知用户385" initials="未" lastIdx="7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720" name="未知用户442" initials="未" lastIdx="1" clrIdx="0"/>
  <p:cmAuthor id="721" name="未知用户443" initials="未" lastIdx="1" clrIdx="1"/>
  <p:cmAuthor id="722" name="未知用户444" initials="未" lastIdx="2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郭成报" initials="郭" lastIdx="1" clrIdx="726"/>
  <p:cmAuthor id="728" name="谢静波" initials="谢" lastIdx="1" clrIdx="727"/>
  <p:cmAuthor id="729" name="zcy" initials="z" lastIdx="1" clrIdx="728"/>
  <p:cmAuthor id="730" name="zhang li" initials="z" lastIdx="1" clrIdx="138"/>
  <p:cmAuthor id="731" name="崔艳鹏" initials="崔" lastIdx="1" clrIdx="730"/>
  <p:cmAuthor id="732" name="You Zhou" initials="Y" lastIdx="1" clrIdx="95"/>
  <p:cmAuthor id="733" name="DELL" initials="D" lastIdx="1" clrIdx="732"/>
  <p:cmAuthor id="734" name="cs" initials="c" lastIdx="1" clrIdx="733"/>
  <p:cmAuthor id="735" name="wfbs" initials="w" lastIdx="1" clrIdx="734"/>
  <p:cmAuthor id="738" name="郄 琰" initials="郄" lastIdx="1" clrIdx="0"/>
  <p:cmAuthor id="739" name="丁喆彤" initials="丁" lastIdx="1" clrIdx="0"/>
  <p:cmAuthor id="741" name="Eliva Sun" initials="E" lastIdx="1" clrIdx="0"/>
  <p:cmAuthor id="742" name="张辉" initials="张" lastIdx="2" clrIdx="741"/>
  <p:cmAuthor id="743" name="hainan zheng" initials="h" lastIdx="1" clrIdx="0"/>
  <p:cmAuthor id="744" name="李 惠" initials="李" lastIdx="1" clrIdx="0"/>
  <p:cmAuthor id="745" name="lish54" initials="l" lastIdx="2" clrIdx="744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  <p:cmAuthor id="754" name="志刚 赵" initials="志" lastIdx="1" clrIdx="0"/>
  <p:cmAuthor id="758" name="赵博洋(L. D.)" initials="赵" lastIdx="1" clrIdx="2"/>
  <p:cmAuthor id="760" name="sizx" initials="s" lastIdx="2" clrIdx="759"/>
  <p:cmAuthor id="762" name="张洁01-lhq" initials="张" lastIdx="3" clrIdx="0"/>
  <p:cmAuthor id="763" name="池依曼" initials="池" lastIdx="2" clrIdx="72"/>
  <p:cmAuthor id="764" name="未知用户219" initials="未" lastIdx="3" clrIdx="0"/>
  <p:cmAuthor id="765" name="未知用户230" initials="未" lastIdx="2" clrIdx="0"/>
  <p:cmAuthor id="766" name="未知用户231" initials="未" lastIdx="1" clrIdx="0"/>
  <p:cmAuthor id="767" name="未知用户232" initials="未" lastIdx="1" clrIdx="0"/>
  <p:cmAuthor id="768" name="未知用户237" initials="未" lastIdx="7" clrIdx="0"/>
  <p:cmAuthor id="769" name="未知用户226" initials="未" lastIdx="1" clrIdx="0"/>
  <p:cmAuthor id="770" name="亚运 曹" initials="亚" lastIdx="3" clrIdx="2"/>
  <p:cmAuthor id="771" name="39538" initials="3" lastIdx="1" clrIdx="770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4" name="未知用户215" initials="未" lastIdx="0" clrIdx="0"/>
  <p:cmAuthor id="785" name="未知用户217" initials="未" lastIdx="0" clrIdx="0"/>
  <p:cmAuthor id="786" name="未知用户261" initials="未" lastIdx="0" clrIdx="0"/>
  <p:cmAuthor id="787" name="未知用户371" initials="未" lastIdx="1" clrIdx="0"/>
  <p:cmAuthor id="788" name="未知用户370" initials="未" lastIdx="1" clrIdx="0"/>
  <p:cmAuthor id="789" name="未知用户347" initials="未" lastIdx="10" clrIdx="0"/>
  <p:cmAuthor id="790" name="未知用户348" initials="未" lastIdx="1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794" name="未知用户218" initials="未" lastIdx="0" clrIdx="0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809" name="未知用户377" initials="未" lastIdx="1" clrIdx="0"/>
  <p:cmAuthor id="810" name="未知用户372" initials="未" lastIdx="1" clrIdx="1"/>
  <p:cmAuthor id="812" name="a1270005862@outlook.com" initials="a" lastIdx="1" clrIdx="177"/>
  <p:cmAuthor id="814" name="未知用户466" initials="未" lastIdx="3" clrIdx="0"/>
  <p:cmAuthor id="815" name="未知用户460" initials="未" lastIdx="1" clrIdx="0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823" name="未知用户463" initials="未" lastIdx="1" clrIdx="18"/>
  <p:cmAuthor id="824" name="未知用户467" initials="未" lastIdx="0" clrIdx="0"/>
  <p:cmAuthor id="825" name="未知用户468" initials="未" lastIdx="1" clrIdx="0"/>
  <p:cmAuthor id="826" name="未知用户469" initials="未" lastIdx="1" clrIdx="0"/>
  <p:cmAuthor id="827" name="未知用户458" initials="未" lastIdx="2" clrIdx="0"/>
  <p:cmAuthor id="828" name="未知用户470" initials="未" lastIdx="1" clrIdx="0"/>
  <p:cmAuthor id="829" name="未知用户471" initials="未" lastIdx="1" clrIdx="0"/>
  <p:cmAuthor id="830" name="未知用户472" initials="未" lastIdx="1" clrIdx="0"/>
  <p:cmAuthor id="831" name="未知用户473" initials="未" lastIdx="4" clrIdx="0"/>
  <p:cmAuthor id="832" name="未知用户235" initials="未" lastIdx="0" clrIdx="1"/>
  <p:cmAuthor id="833" name="未知用户453" initials="未" lastIdx="1" clrIdx="0"/>
  <p:cmAuthor id="834" name="未知用户474" initials="未" lastIdx="0" clrIdx="0"/>
  <p:cmAuthor id="835" name="未知用户475" initials="未" lastIdx="0" clrIdx="0"/>
  <p:cmAuthor id="836" name="未知用户476" initials="未" lastIdx="1" clrIdx="0"/>
  <p:cmAuthor id="837" name="未知用户459" initials="未" lastIdx="1" clrIdx="1"/>
  <p:cmAuthor id="838" name="未知用户489" initials="未" lastIdx="1" clrIdx="0"/>
  <p:cmAuthor id="938" name="kfzx-sunbh" initials="k" lastIdx="1" clrIdx="937"/>
  <p:cmAuthor id="985" name="Luo Mingjie" initials="L" lastIdx="0" clrIdx="0"/>
  <p:cmAuthor id="1411828" name="Jarod" initials="J" lastIdx="6" clrIdx="43"/>
  <p:cmAuthor id="1411829" name="Rebecca XiaoqianZhang" initials="rebezhang" lastIdx="1" clrIdx="44"/>
  <p:cmAuthor id="289" name="MA15" initials="" lastIdx="1" clrIdx="0"/>
  <p:cmAuthor id="309" name="杨 晓彤" initials="杨" lastIdx="2" clrIdx="0"/>
  <p:cmAuthor id="317" name="Andrew Moss (HI)" initials="A" lastIdx="10" clrIdx="10"/>
  <p:cmAuthor id="691587972" name="冯江宁" initials="U" lastIdx="1" clrIdx="45"/>
  <p:cmAuthor id="691587973" name="ghostcat" initials="g" lastIdx="1" clrIdx="72"/>
  <p:cmAuthor id="349" name="Dizzy" initials="D" lastIdx="3" clrIdx="0"/>
  <p:cmAuthor id="374" name="ZYM" initials="Z" lastIdx="0" clrIdx="18"/>
  <p:cmAuthor id="414" name="未知用户98" initials="未" lastIdx="1" clrIdx="0"/>
  <p:cmAuthor id="454" name="Think" initials="T" lastIdx="1" clrIdx="453"/>
  <p:cmAuthor id="457" name="mawei19" initials="m" lastIdx="1" clrIdx="21"/>
  <p:cmAuthor id="47245819" name="群智集" initials="群" lastIdx="0" clrIdx="0"/>
  <p:cmAuthor id="29922660" name="杨强" initials="杨" lastIdx="0" clrIdx="0"/>
  <p:cmAuthor id="29922661" name="454659240@qq.com" initials="4" lastIdx="4" clrIdx="7"/>
  <p:cmAuthor id="441412215" name="tonghailan" initials="t" lastIdx="1126972" clrIdx="1"/>
  <p:cmAuthor id="337" name="hwjjjjjjjj" initials="h" lastIdx="2" clrIdx="336"/>
  <p:cmAuthor id="338" name="laichenxi" initials="u" lastIdx="1" clrIdx="337"/>
  <p:cmAuthor id="287643687" name="cheng" initials="c" lastIdx="13" clrIdx="0"/>
  <p:cmAuthor id="287643688" name="方少_UbQfrimU" initials="authorId_442114952" lastIdx="0" clrIdx="0"/>
  <p:cmAuthor id="287643689" name="叶盛_Q3A3IfEf" initials="authorId_506280334" lastIdx="0" clrIdx="0"/>
  <p:cmAuthor id="287643690" name="Harley._bEJrUJ7r" initials="authorId_432156705" lastIdx="0" clrIdx="0"/>
  <p:cmAuthor id="691587974" name="行 朱" initials="行朱" lastIdx="1" clrIdx="517"/>
  <p:cmAuthor id="287643691" name="罗平_VB7vJb2E" initials="authorId_305049361" lastIdx="0" clrIdx="0"/>
  <p:cmAuthor id="691587975" name="Huxiaojian" initials="H" lastIdx="0" clrIdx="518"/>
  <p:cmAuthor id="287643692" name="xixi_nUjqe22E" initials="authorId_359229261" lastIdx="0" clrIdx="0"/>
  <p:cmAuthor id="287643693" name="安安_zm6nYnYZ" initials="authorId_347340296" lastIdx="0" clrIdx="0"/>
  <p:cmAuthor id="348" name="X1" initials="X" lastIdx="1" clrIdx="347"/>
  <p:cmAuthor id="350" name="Hao Yue" initials="HY" lastIdx="2" clrIdx="349"/>
  <p:cmAuthor id="287643696" name="周君_MfIffYra" initials="authorId_375419134" lastIdx="0" clrIdx="0"/>
  <p:cmAuthor id="426" name="未知的使用者102" initials="未" lastIdx="5" clrIdx="1"/>
  <p:cmAuthor id="428" name="Unknown User52" initials="U" lastIdx="1" clrIdx="0"/>
  <p:cmAuthor id="431" name="未知用户162" initials="未" lastIdx="1" clrIdx="1"/>
  <p:cmAuthor id="433" name="針對所選的門市進行小範圍實驗，捕捉驅動績效的關鍵影響因子" initials="針" lastIdx="1" clrIdx="0"/>
  <p:cmAuthor id="434" name="James" initials="J" lastIdx="1" clrIdx="0"/>
  <p:cmAuthor id="435" name="未知的使用者114" initials="未" lastIdx="1" clrIdx="0"/>
  <p:cmAuthor id="441" name="未知的使用者176" initials="未" lastIdx="1" clrIdx="0"/>
  <p:cmAuthor id="444" name="未知的使用者179" initials="未" lastIdx="1" clrIdx="0"/>
  <p:cmAuthor id="445" name="未知的使用者180" initials="未" lastIdx="2" clrIdx="0"/>
  <p:cmAuthor id="448" name="未知的使用者190" initials="未" lastIdx="1" clrIdx="1"/>
  <p:cmAuthor id="449" name="未知的使用者191" initials="未" lastIdx="1" clrIdx="0"/>
  <p:cmAuthor id="450" name="未知的使用者141" initials="未" lastIdx="8" clrIdx="0"/>
  <p:cmAuthor id="451" name="未知的使用者142" initials="未" lastIdx="1" clrIdx="0"/>
  <p:cmAuthor id="452" name="不明使用者6" initials="不" lastIdx="1" clrIdx="0"/>
  <p:cmAuthor id="453" name="未知的使用者143" initials="未" lastIdx="1" clrIdx="0"/>
  <p:cmAuthor id="490" name="未知的使用者255" initials="未" lastIdx="1" clrIdx="0"/>
  <p:cmAuthor id="2005" name="毕邺" initials="党委办公室" lastIdx="2" clrIdx="37"/>
  <p:cmAuthor id="501" name="未知的使用者188" initials="未" lastIdx="1" clrIdx="0"/>
  <p:cmAuthor id="210492768" name="zhang" initials="z" lastIdx="2" clrIdx="35"/>
  <p:cmAuthor id="394525612" name="goulei" initials="g" lastIdx="2" clrIdx="41"/>
  <p:cmAuthor id="703786450" name="gongjt" initials="g" lastIdx="6" clrIdx="704"/>
  <p:cmAuthor id="372" name="dcis" initials="d" lastIdx="4" clrIdx="0"/>
  <p:cmAuthor id="424" name="Unknown User67" initials="U" lastIdx="1" clrIdx="0"/>
  <p:cmAuthor id="492" name="未知的使用者217" initials="未" lastIdx="1" clrIdx="1"/>
  <p:cmAuthor id="494" name="未知的使用者219" initials="未" lastIdx="2" clrIdx="0"/>
  <p:cmAuthor id="505" name="未知的使用者131" initials="未" lastIdx="2" clrIdx="0"/>
  <p:cmAuthor id="506" name="未知的使用者132" initials="未" lastIdx="8" clrIdx="0"/>
  <p:cmAuthor id="513" name="未知的使用者250" initials="未" lastIdx="1" clrIdx="0"/>
  <p:cmAuthor id="518" name="未知的使用者253" initials="未" lastIdx="1" clrIdx="0"/>
  <p:cmAuthor id="146566726" name="高飞" initials="高" lastIdx="0" clrIdx="0"/>
  <p:cmAuthor id="146566727" name="xzb1" initials="x" lastIdx="1" clrIdx="1"/>
  <p:cmAuthor id="1358309861" name="呵呵先生" initials="呵" lastIdx="1" clrIdx="0"/>
  <p:cmAuthor id="1411830" name="晶 王" initials="晶王" lastIdx="1" clrIdx="46"/>
  <p:cmAuthor id="761" name="雨林木风" initials="雨" lastIdx="14" clrIdx="1"/>
  <p:cmAuthor id="47245821" name="宋玉坤" initials="W用" lastIdx="1" clrIdx="24"/>
  <p:cmAuthor id="47245822" name="黄 晓贤" initials="黄" lastIdx="2" clrIdx="32"/>
  <p:cmAuthor id="47245824" name="goforever814" initials="g" lastIdx="1" clrIdx="34"/>
  <p:cmAuthor id="2006" name="qsl" initials="q" lastIdx="3" clrIdx="38"/>
  <p:cmAuthor id="346" name="谷雨" initials="谷" lastIdx="1" clrIdx="0"/>
  <p:cmAuthor id="377" name="甘源" initials="甘" lastIdx="4" clrIdx="0"/>
  <p:cmAuthor id="382" name="古二蛋" initials="古" lastIdx="1" clrIdx="2"/>
  <p:cmAuthor id="286" name="Picc" initials="P" lastIdx="1" clrIdx="0"/>
  <p:cmAuthor id="737" name="PPTer_Tang" initials="P" lastIdx="1" clrIdx="0"/>
  <p:cmAuthor id="1000" name="kfzx-yingwl" initials="k" lastIdx="1" clrIdx="999"/>
  <p:cmAuthor id="264" name="未知用户178" initials="未" lastIdx="7" clrIdx="0"/>
  <p:cmAuthor id="272" name="未知用户185" initials="未" lastIdx="1" clrIdx="21"/>
  <p:cmAuthor id="273" name="未知用户186" initials="未" lastIdx="1" clrIdx="0"/>
  <p:cmAuthor id="862" name="Mia Vida Villanueva" initials="M" lastIdx="1" clrIdx="0"/>
  <p:cmAuthor id="391" name="lixun" initials="l" lastIdx="0" clrIdx="16"/>
  <p:cmAuthor id="430" name="Yun-Ting Tseng" initials="Y" lastIdx="7" clrIdx="0"/>
  <p:cmAuthor id="432" name="G" initials="G" lastIdx="1" clrIdx="22"/>
  <p:cmAuthor id="436" name="齐涛" initials="齐" lastIdx="1" clrIdx="0"/>
  <p:cmAuthor id="439" name="1003776019@qq.com" initials="1" lastIdx="1" clrIdx="33"/>
  <p:cmAuthor id="273567702" name="孙雨琛" initials="孙" lastIdx="1" clrIdx="792"/>
  <p:cmAuthor id="691587976" name="Dongzhichao (Charles)" initials="D(" lastIdx="1" clrIdx="519"/>
  <p:cmAuthor id="394525613" name="刘莎_Rnie2Mv6" initials="authorId_1390812686" lastIdx="0" clrIdx="0"/>
  <p:cmAuthor id="394525614" name="董耘_um22zMFb" initials="authorId_1461203234" lastIdx="0" clrIdx="0"/>
  <p:cmAuthor id="394525615" name="廖一明" initials="廖一明" lastIdx="1" clrIdx="236"/>
  <p:cmAuthor id="47245820" name="郏 鹏" initials="郏" lastIdx="1" clrIdx="16"/>
  <p:cmAuthor id="1507355" name="隔壁老张" initials="隔" lastIdx="3" clrIdx="0"/>
  <p:cmAuthor id="263441768" name="蒋芳" initials="蒋" lastIdx="1" clrIdx="789"/>
  <p:cmAuthor id="401701936" name="冷暖自知" initials="冷" lastIdx="1" clrIdx="64"/>
  <p:cmAuthor id="313865456" name="Gusto" initials="G" lastIdx="1" clrIdx="832"/>
  <p:cmAuthor id="475196944" name="姚琳" initials="姚" lastIdx="1133934" clrIdx="0"/>
  <p:cmAuthor id="257877136" name="烬飞默途" initials="烬" lastIdx="1" clrIdx="809"/>
  <p:cmAuthor id="372920898" name="刘国飞" initials="刘" lastIdx="1" clrIdx="756"/>
  <p:cmAuthor id="691587977" name="gh666 S" initials="gS" lastIdx="1" clrIdx="759"/>
  <p:cmAuthor id="691587978" name="田宇恒" initials="田" lastIdx="1" clrIdx="691587977"/>
  <p:cmAuthor id="691587979" name="Mars" initials="M" lastIdx="8" clrIdx="691587978"/>
  <p:cmAuthor id="540056527" name="阿修罗" initials="阿" lastIdx="1" clrIdx="724"/>
  <p:cmAuthor id="1023" name="kfzx-gugy" initials="k" lastIdx="2" clrIdx="1022"/>
  <p:cmAuthor id="292" name="未知用户48" initials="" lastIdx="1" clrIdx="0"/>
  <p:cmAuthor id="305" name="未知的使用者122" initials="" lastIdx="1" clrIdx="0"/>
  <p:cmAuthor id="339" name="雍中婧" initials="雍" lastIdx="26" clrIdx="0"/>
  <p:cmAuthor id="342" name="邓蓉榕" initials="邓" lastIdx="1" clrIdx="0"/>
  <p:cmAuthor id="343" name="пользователь Microsoft Office" initials="п" lastIdx="1" clrIdx="0"/>
  <p:cmAuthor id="351" name="FS" initials="F" lastIdx="1" clrIdx="0"/>
  <p:cmAuthor id="358" name="huangxm31" initials="h" lastIdx="2" clrIdx="203"/>
  <p:cmAuthor id="359" name="lenovo0" initials="l" lastIdx="1" clrIdx="0"/>
  <p:cmAuthor id="373" name="未知用户" initials="未" lastIdx="1" clrIdx="0"/>
  <p:cmAuthor id="375" name="ZZC" initials="Z" lastIdx="1" clrIdx="1"/>
  <p:cmAuthor id="378" name="朱雪松" initials="朱" lastIdx="2" clrIdx="2"/>
  <p:cmAuthor id="380" name="李秋静" initials="李" lastIdx="1" clrIdx="1"/>
  <p:cmAuthor id="383" name="张梦莞" initials="张" lastIdx="1" clrIdx="27"/>
  <p:cmAuthor id="398" name="未知用户152" initials="未" lastIdx="3" clrIdx="0"/>
  <p:cmAuthor id="407" name="穆 峯" initials="穆" lastIdx="1" clrIdx="771"/>
  <p:cmAuthor id="408" name="未知用户158" initials="未" lastIdx="7" clrIdx="0"/>
  <p:cmAuthor id="409" name="未知用户159" initials="未" lastIdx="1" clrIdx="0"/>
  <p:cmAuthor id="413" name="未知用户149" initials="未" lastIdx="0" clrIdx="0"/>
  <p:cmAuthor id="415" name="未知用户147" initials="未" lastIdx="1" clrIdx="0"/>
  <p:cmAuthor id="417" name="Changing Zhuang" initials="C" lastIdx="1" clrIdx="1"/>
  <p:cmAuthor id="418" name="未知用户177" initials="未" lastIdx="7" clrIdx="0"/>
  <p:cmAuthor id="420" name="未知用户179" initials="未" lastIdx="1" clrIdx="0"/>
  <p:cmAuthor id="422" name="未知用户181" initials="未" lastIdx="0" clrIdx="1"/>
  <p:cmAuthor id="423" name="未知用户182" initials="未" lastIdx="1" clrIdx="0"/>
  <p:cmAuthor id="446" name="武立强" initials="武" lastIdx="1" clrIdx="0"/>
  <p:cmAuthor id="467" name="倚海听风" initials="倚" lastIdx="1" clrIdx="21"/>
  <p:cmAuthor id="635" name="BIAN Mengyan" initials="B" lastIdx="1" clrIdx="0"/>
  <p:cmAuthor id="1038" name="kfzx-fengdg" initials="k" lastIdx="1" clrIdx="1037"/>
  <p:cmAuthor id="1039" name="kfzx-mengjb" initials="k" lastIdx="5" clrIdx="1038"/>
  <p:cmAuthor id="1035" name="kfzx-gaoyr" initials="k" lastIdx="3" clrIdx="1034"/>
  <p:cmAuthor id="923" name="冰箱" initials="冰" lastIdx="1" clrIdx="0"/>
  <p:cmAuthor id="437" name="徐 伟钦" initials="徐" lastIdx="2" clrIdx="0"/>
  <p:cmAuthor id="521" name="未知用户161" initials="未" lastIdx="1" clrIdx="0"/>
  <p:cmAuthor id="999" name="kfzx-xulinl" initials="k" lastIdx="7" clrIdx="998"/>
  <p:cmAuthor id="1025" name="kfzx-hanwc" initials="k" lastIdx="1" clrIdx="1024"/>
  <p:cmAuthor id="683614812" name="何半仙" initials="何" lastIdx="1" clrIdx="74"/>
  <p:cmAuthor id="936" name="000988809" initials="0" lastIdx="1" clrIdx="935"/>
  <p:cmAuthor id="1048" name="KFZX-shihj" initials="K" lastIdx="1" clrIdx="1047"/>
  <p:cmAuthor id="1021" name="kfzx-liuq" initials="k" lastIdx="2" clrIdx="1020"/>
  <p:cmAuthor id="1013" name="kfzx-suny" initials="k" lastIdx="1" clrIdx="1012"/>
  <p:cmAuthor id="1040" name="000831573" initials="0" lastIdx="1" clrIdx="1039"/>
  <p:cmAuthor id="1058" name="方磊" initials="方" lastIdx="1" clrIdx="1057"/>
  <p:cmAuthor id="875" name="449030419@qq.com" initials="4" lastIdx="1" clrIdx="0"/>
  <p:cmAuthor id="964" name="喰?" initials="喰" lastIdx="20" clrIdx="0"/>
  <p:cmAuthor id="1056" name="001160936" initials="0" lastIdx="1" clrIdx="1055"/>
  <p:cmAuthor id="1316121250" name="袁一_EZnuuEZN" initials="authorId_AKPScMFQEPpVhFDh:322383" lastIdx="0" clrIdx="0"/>
  <p:cmAuthor id="1041" name="kfzx-huangxl" initials="k" lastIdx="1" clrIdx="1040"/>
  <p:cmAuthor id="1006" name="001410301" initials="0" lastIdx="1" clrIdx="1005"/>
  <p:cmAuthor id="998" name="001530236" initials="0" lastIdx="1" clrIdx="997"/>
  <p:cmAuthor id="1032" name="001538113" initials="0" lastIdx="2" clrIdx="1031"/>
  <p:cmAuthor id="1022" name="kfzx-yangk1" initials="k" lastIdx="1" clrIdx="1021"/>
  <p:cmAuthor id="1483810881" name="WPS_1679281038" initials="W" lastIdx="1" clrIdx="2"/>
  <p:cmAuthor id="1036" name="李龙骏" initials="李" lastIdx="1" clrIdx="1035"/>
  <p:cmAuthor id="1007" name="未知的使用者77" initials="未" lastIdx="1" clrIdx="0"/>
  <p:cmAuthor id="1008" name="未知的使用者78" initials="未" lastIdx="5" clrIdx="1"/>
  <p:cmAuthor id="1063" name="001646711" initials="0" lastIdx="2" clrIdx="1062"/>
  <p:cmAuthor id="1014" name="Unknown User55" initials="U" lastIdx="1" clrIdx="1"/>
  <p:cmAuthor id="1046" name="kfzx-libh" initials="k" lastIdx="1" clrIdx="1045"/>
  <p:cmAuthor id="1054" name="000786382" initials="0" lastIdx="2" clrIdx="1053"/>
  <p:cmAuthor id="1030" name="kfzx-lux1" initials="k" lastIdx="1" clrIdx="1029"/>
  <p:cmAuthor id="1002" name="kfzx-yangd" initials="k" lastIdx="1" clrIdx="1001"/>
  <p:cmAuthor id="1026" name="张海艳_jAv2n6bA" initials="张" lastIdx="0" clrIdx="0"/>
  <p:cmAuthor id="1087" name="001457312" initials="0" lastIdx="1" clrIdx="1086"/>
  <p:cmAuthor id="1074" name="000799172" initials="0" lastIdx="2" clrIdx="1073"/>
  <p:cmAuthor id="1060" name="000755289" initials="0" lastIdx="6" clrIdx="1059"/>
  <p:cmAuthor id="1049" name="chenjy1018@outlook.com" initials="c" lastIdx="1" clrIdx="463"/>
  <p:cmAuthor id="1069" name="朱晓彤" initials="朱" lastIdx="1" clrIdx="454"/>
  <p:cmAuthor id="1085" name="kp l" initials="k" lastIdx="2" clrIdx="0"/>
  <p:cmAuthor id="1106" name="chinalife" initials="c" lastIdx="1" clrIdx="0"/>
  <p:cmAuthor id="1127" name="丁颢哲" initials="丁" lastIdx="1" clrIdx="1126"/>
  <p:cmAuthor id="445961289" name="杨晓伟" initials="杨" lastIdx="1" clrIdx="19"/>
  <p:cmAuthor id="341299834" name="李凯" initials="李" lastIdx="1" clrIdx="19"/>
  <p:cmAuthor id="1024" name="苏旭禧" initials="苏" lastIdx="2" clrIdx="1023"/>
  <p:cmAuthor id="1042" name="001236628" initials="0" lastIdx="1" clrIdx="1041"/>
  <p:cmAuthor id="1101" name="曾海彬" initials="曾" lastIdx="1" clrIdx="1100"/>
  <p:cmAuthor id="1065" name="kfzx-yangzf" initials="k" lastIdx="1" clrIdx="1064"/>
  <p:cmAuthor id="1010" name="001198259" initials="0" lastIdx="3" clrIdx="1009"/>
  <p:cmAuthor id="1066" name="kfzx-xuyj01" initials="k" lastIdx="4" clrIdx="1065"/>
  <p:cmAuthor id="1077" name="周璐媛" initials="周" lastIdx="1" clrIdx="1076"/>
  <p:cmAuthor id="1483810882" name="shenwenrui" initials="s" lastIdx="2" clrIdx="691587979"/>
  <p:cmAuthor id="1019" name="wangsuyu" initials="w" lastIdx="1" clrIdx="1018"/>
  <p:cmAuthor id="1020" name="TK" initials="T" lastIdx="1" clrIdx="1019"/>
  <p:cmAuthor id="1027" name="达里奥" initials="达" lastIdx="1" clrIdx="1022"/>
  <p:cmAuthor id="1028" name="win11" initials="w" lastIdx="1" clrIdx="1027"/>
  <p:cmAuthor id="1029" name="张蓝茜" initials="张" lastIdx="1" clrIdx="1028"/>
  <p:cmAuthor id="1031" name="lijh145" initials="l" lastIdx="1" clrIdx="1030"/>
  <p:cmAuthor id="1033" name="47519" initials="4" lastIdx="1" clrIdx="1032"/>
  <p:cmAuthor id="1034" name="nie_y" initials="n" lastIdx="1" clrIdx="914"/>
  <p:cmAuthor id="1037" name="guan zhong" initials="g" lastIdx="2" clrIdx="207"/>
  <p:cmAuthor id="1044" name="wangjly" initials="w" lastIdx="1" clrIdx="1043"/>
  <p:cmAuthor id="1045" name="wangmiao" initials="w" lastIdx="1" clrIdx="1044"/>
  <p:cmAuthor id="1047" name="mazn01" initials="m" lastIdx="1" clrIdx="1046"/>
  <p:cmAuthor id="1051" name="lih32" initials="l" lastIdx="1" clrIdx="1050"/>
  <p:cmAuthor id="1052" name="Modle" initials="M" lastIdx="1" clrIdx="0"/>
  <p:cmAuthor id="1053" name="linyi" initials="l" lastIdx="1" clrIdx="1052"/>
  <p:cmAuthor id="1057" name="51957" initials="5" lastIdx="1" clrIdx="1056"/>
  <p:cmAuthor id="1059" name="zhangruimin" initials="z" lastIdx="1" clrIdx="1058"/>
  <p:cmAuthor id="1061" name="甘 露" initials="甘" lastIdx="5" clrIdx="111"/>
  <p:cmAuthor id="1062" name="大勇哥" initials="大" lastIdx="1" clrIdx="223"/>
  <p:cmAuthor id="1064" name="liuqing46" initials="liuqing46" lastIdx="2" clrIdx="1063"/>
  <p:cmAuthor id="1067" name="wangcz2" initials="w" lastIdx="3" clrIdx="0"/>
  <p:cmAuthor id="1068" name="l" initials="l" lastIdx="1" clrIdx="93"/>
  <p:cmAuthor id="1070" name="liulan" initials="l" lastIdx="7" clrIdx="22"/>
  <p:cmAuthor id="1072" name="MY" initials="M" lastIdx="1" clrIdx="753"/>
  <p:cmAuthor id="1073" name="zhoukx03" initials="z" lastIdx="1" clrIdx="1072"/>
  <p:cmAuthor id="1075" name="lu tong" initials="l" lastIdx="1" clrIdx="0"/>
  <p:cmAuthor id="1076" name="郑雅欣---寿险总公司营销市场部" initials="郑" lastIdx="1" clrIdx="0"/>
  <p:cmAuthor id="1079" name="JS-NT-HA" initials="J" lastIdx="1" clrIdx="744"/>
  <p:cmAuthor id="1080" name="李岩" initials="李" lastIdx="4" clrIdx="0"/>
  <p:cmAuthor id="1082" name="melody" initials="m" lastIdx="1" clrIdx="1081"/>
  <p:cmAuthor id="1084" name="qhb" initials="q" lastIdx="1" clrIdx="153"/>
  <p:cmAuthor id="1086" name="miao zhang" initials="m" lastIdx="1" clrIdx="22"/>
  <p:cmAuthor id="1088" name="阳 焦" initials="阳" lastIdx="1" clrIdx="0"/>
  <p:cmAuthor id="1089" name="黄超" initials="黄" lastIdx="2" clrIdx="1088"/>
  <p:cmAuthor id="1090" name="吴沛南" initials="吴沛南" lastIdx="3" clrIdx="1089"/>
  <p:cmAuthor id="1092" name="崔阳阳" initials="崔" lastIdx="1" clrIdx="453"/>
  <p:cmAuthor id="1093" name="Lee Melo" initials="L" lastIdx="1" clrIdx="0"/>
  <p:cmAuthor id="1095" name="运营" initials="运" lastIdx="1" clrIdx="101"/>
  <p:cmAuthor id="1097" name="徐晓丽" initials="徐" lastIdx="1" clrIdx="23"/>
  <p:cmAuthor id="1099" name="戴方方" initials="戴" lastIdx="3" clrIdx="0"/>
  <p:cmAuthor id="1100" name="陈 明东" initials="陈" lastIdx="1" clrIdx="0"/>
  <p:cmAuthor id="1103" name="office365" initials="o" lastIdx="1" clrIdx="22"/>
  <p:cmAuthor id="1105" name="甄 建文" initials="甄" lastIdx="4" clrIdx="24"/>
  <p:cmAuthor id="1107" name="章梦滢" initials="章" lastIdx="5" clrIdx="0"/>
  <p:cmAuthor id="1108" name="yangsl33" initials="y" lastIdx="1" clrIdx="1107"/>
  <p:cmAuthor id="1109" name="57867" initials="5" lastIdx="1" clrIdx="95"/>
  <p:cmAuthor id="1112" name="Chris French" initials="C" lastIdx="68" clrIdx="4"/>
  <p:cmAuthor id="1114" name="Zhang, Teresa-Y" initials="Z" lastIdx="23" clrIdx="0"/>
  <p:cmAuthor id="1115" name="Melissa" initials="M" lastIdx="1" clrIdx="239"/>
  <p:cmAuthor id="1116" name="tcymr@163.com" initials="t" lastIdx="0" clrIdx="2"/>
  <p:cmAuthor id="1117" name="史 喜英" initials="史" lastIdx="6" clrIdx="728"/>
  <p:cmAuthor id="1118" name="天元" initials="天" lastIdx="1" clrIdx="224"/>
  <p:cmAuthor id="1119" name="congxuesong" initials="c" lastIdx="4" clrIdx="1"/>
  <p:cmAuthor id="1121" name="Chen" initials="C" lastIdx="1" clrIdx="94"/>
  <p:cmAuthor id="1122" name="liuzao" initials="l" lastIdx="1" clrIdx="1121"/>
  <p:cmAuthor id="1123" name="陈冰靓" initials="陈" lastIdx="1" clrIdx="1"/>
  <p:cmAuthor id="1128" name="chen xiaoling" initials="c" lastIdx="1" clrIdx="36"/>
  <p:cmAuthor id="1129" name="叶 俊锋" initials="叶" lastIdx="0" clrIdx="4"/>
  <p:cmAuthor id="1130" name="YANGCHENG" initials="Y" lastIdx="1" clrIdx="0"/>
  <p:cmAuthor id="1131" name="zhaoxx" initials="z" lastIdx="1" clrIdx="243"/>
  <p:cmAuthor id="1133" name="why" initials="w" lastIdx="2" clrIdx="32"/>
  <p:cmAuthor id="1136" name="wuyizhe" initials="w" lastIdx="0" clrIdx="0"/>
  <p:cmAuthor id="1138" name="huangxiaowu" initials="h" lastIdx="2" clrIdx="241"/>
  <p:cmAuthor id="1147" name="li chen" initials="l" lastIdx="1" clrIdx="34"/>
  <p:cmAuthor id="1148" name="黄 佳昕" initials="黄" lastIdx="2" clrIdx="120"/>
  <p:cmAuthor id="1149" name="康玮华" initials="康" lastIdx="1" clrIdx="0"/>
  <p:cmAuthor id="1151" name="马琛琛" initials="马" lastIdx="1" clrIdx="0"/>
  <p:cmAuthor id="1154" name="PQ" initials="P" lastIdx="1" clrIdx="1153"/>
  <p:cmAuthor id="1155" name="楚汉公司企划部" initials="楚" lastIdx="1" clrIdx="884"/>
  <p:cmAuthor id="1156" name="xingxf" initials="x" lastIdx="2" clrIdx="0"/>
  <p:cmAuthor id="1159" name="easonyoun" initials="e" lastIdx="0" clrIdx="0"/>
  <p:cmAuthor id="1163" name="吴 育明" initials="吴" lastIdx="3" clrIdx="0"/>
  <p:cmAuthor id="1167" name="19140" initials="1" lastIdx="2" clrIdx="0"/>
  <p:cmAuthor id="1168" name="刘沐妍" initials="刘" lastIdx="4" clrIdx="1"/>
  <p:cmAuthor id="1177" name="shouzhan" initials="s" lastIdx="1" clrIdx="855"/>
  <p:cmAuthor id="1182" name="陈虹" initials="陈" lastIdx="1" clrIdx="93"/>
  <p:cmAuthor id="1183" name="JIDI" initials="J" lastIdx="0" clrIdx="0"/>
  <p:cmAuthor id="1188" name="547518668@qq.com" initials="5" lastIdx="1" clrIdx="0"/>
  <p:cmAuthor id="1192" name="邹维敏" initials="邹" lastIdx="1" clrIdx="91"/>
  <p:cmAuthor id="1193" name="Dlj0533" initials="D" lastIdx="1" clrIdx="96"/>
  <p:cmAuthor id="1199" name="王 宣" initials="王" lastIdx="1" clrIdx="2"/>
  <p:cmAuthor id="1200" name="杨淑淇❀" initials="杨" lastIdx="1" clrIdx="93"/>
  <p:cmAuthor id="1203" name="朱云" initials="朱" lastIdx="1" clrIdx="141"/>
  <p:cmAuthor id="1206" name="yunshengjun" initials="y" lastIdx="1" clrIdx="248"/>
  <p:cmAuthor id="1211" name="王潇" initials="王" lastIdx="1" clrIdx="426"/>
  <p:cmAuthor id="1218" name="张玮" initials="张" lastIdx="1" clrIdx="438"/>
  <p:cmAuthor id="1219" name="PXB" initials="P" lastIdx="1" clrIdx="453"/>
  <p:cmAuthor id="1220" name="TPL-1803-310253" initials="T" lastIdx="2" clrIdx="436"/>
  <p:cmAuthor id="1223" name="Disuzz" initials="D" lastIdx="2" clrIdx="189"/>
  <p:cmAuthor id="1226" name="Keve" initials="K" lastIdx="1" clrIdx="95"/>
  <p:cmAuthor id="1227" name="陆 先生" initials="陆" lastIdx="1" clrIdx="93"/>
  <p:cmAuthor id="1228" name="未知用户62" initials="未" lastIdx="1" clrIdx="0"/>
  <p:cmAuthor id="1229" name="wenxing" initials="w" lastIdx="3" clrIdx="0"/>
  <p:cmAuthor id="1230" name="sl" initials="s" lastIdx="1" clrIdx="429"/>
  <p:cmAuthor id="1231" name="SC-CD-YX3B-备用HP1" initials="S" lastIdx="1" clrIdx="439"/>
  <p:cmAuthor id="1316121251" name="abc" initials="a" lastIdx="1" clrIdx="954"/>
  <p:cmAuthor id="1232" name="紫藤无语" initials="紫" lastIdx="1" clrIdx="440"/>
  <p:cmAuthor id="1316121252" name="袁立兰_raeu3emQ" initials="authorId_50943" lastIdx="1041" clrIdx="0"/>
  <p:cmAuthor id="1237" name="李珔暐" initials="李" lastIdx="1" clrIdx="1"/>
  <p:cmAuthor id="1239" name="levy" initials="l" lastIdx="2" clrIdx="0"/>
  <p:cmAuthor id="1246" name="៰ݰ" initials="៰" lastIdx="0" clrIdx="0"/>
  <p:cmAuthor id="1247" name="王 楠" initials="王" lastIdx="1" clrIdx="728"/>
  <p:cmAuthor id="1248" name="陈中桃" initials="陈" lastIdx="1" clrIdx="463"/>
  <p:cmAuthor id="1250" name="霍琰" initials="霍" lastIdx="1" clrIdx="422"/>
  <p:cmAuthor id="1253" name="tianjuan555555@outlook.com" initials="t" lastIdx="1" clrIdx="139"/>
  <p:cmAuthor id="1257" name="surface" initials="s" lastIdx="1" clrIdx="734"/>
  <p:cmAuthor id="1262" name="yyb" initials="y" lastIdx="1" clrIdx="998"/>
  <p:cmAuthor id="1271" name="陈 娟" initials="陈" lastIdx="1" clrIdx="447"/>
  <p:cmAuthor id="1272" name="刘薇" initials="刘" lastIdx="2" clrIdx="0"/>
  <p:cmAuthor id="1273" name="孙珍珍" initials="孙" lastIdx="0" clrIdx="1"/>
  <p:cmAuthor id="1274" name="李蓓" initials="李" lastIdx="4" clrIdx="2"/>
  <p:cmAuthor id="1275" name="童 灏" initials="童" lastIdx="1" clrIdx="728"/>
  <p:cmAuthor id="1276" name="yJQ" initials="y" lastIdx="1" clrIdx="733"/>
  <p:cmAuthor id="273800997" name="EM" initials="E" lastIdx="1" clrIdx="0"/>
  <p:cmAuthor id="811" name="51176" initials="5" lastIdx="2" clrIdx="810"/>
  <p:cmAuthor id="813" name="实习生_严政宇" initials="实" lastIdx="2" clrIdx="1"/>
  <p:cmAuthor id="859" name="陈晓丽" initials="陈晓丽" lastIdx="1" clrIdx="858"/>
  <p:cmAuthor id="904" name="nieyp" initials="n" lastIdx="2" clrIdx="0"/>
  <p:cmAuthor id="914" name="leimengqi" initials="l" lastIdx="1" clrIdx="898"/>
  <p:cmAuthor id="268064164" name="江 玲" initials="江" lastIdx="1" clrIdx="14"/>
  <p:cmAuthor id="946" name="H1900" initials="H" lastIdx="1" clrIdx="0"/>
  <p:cmAuthor id="1003" name="likq06" initials="l" lastIdx="1" clrIdx="1002"/>
  <p:cmAuthor id="1004" name="wangjing48" initials="w" lastIdx="1" clrIdx="1003"/>
  <p:cmAuthor id="1005" name="李巾" initials="李" lastIdx="1" clrIdx="1004"/>
  <p:cmAuthor id="1009" name="zuohm" initials="z" lastIdx="2" clrIdx="1008"/>
  <p:cmAuthor id="1011" name="Alina" initials="A" lastIdx="1" clrIdx="1010"/>
  <p:cmAuthor id="1016" name="姜伟齐" initials="姜" lastIdx="1" clrIdx="0"/>
  <p:cmAuthor id="1017" name="yangshh" initials="y" lastIdx="2" clrIdx="1007"/>
  <p:cmAuthor id="1018" name="minad" initials="m" lastIdx="1" clrIdx="810"/>
  <p:cmAuthor id="1015" name="kfzx-zhangdj" initials="k" lastIdx="1" clrIdx="1014"/>
  <p:cmAuthor id="1358309862" name="王娇_Ef2iQZnI" initials="authorId_384932" lastIdx="0" clrIdx="0"/>
  <p:cmAuthor id="1358309863" name="谢庆鸿_zMRv632e" initials="authorId_369523" lastIdx="0" clrIdx="0"/>
  <p:cmAuthor id="1358309864" name="王娇_z26jVvQf" initials="authorId_278472" lastIdx="0" clrIdx="0"/>
  <p:cmAuthor id="1091" name="001149162" initials="0" lastIdx="1" clrIdx="1090"/>
  <p:cmAuthor id="209261083" name="Wildebussy." initials="W" lastIdx="1" clrIdx="161"/>
  <p:cmAuthor id="462" name="yangysh" initials="y" lastIdx="1" clrIdx="0"/>
  <p:cmAuthor id="1098" name="001530237" initials="0" lastIdx="2" clrIdx="1097"/>
  <p:cmAuthor id="336646032" name="慕红秋" initials="慕" lastIdx="15" clrIdx="101"/>
  <p:cmAuthor id="1096" name="000803827" initials="0" lastIdx="1" clrIdx="1095"/>
  <p:cmAuthor id="1043" name="kfzx-wenzb" initials="k" lastIdx="2" clrIdx="1042"/>
  <p:cmAuthor id="1255" name="000912235" initials="0" lastIdx="1" clrIdx="1254"/>
  <p:cmAuthor id="1120" name="wangweenie" initials="w" lastIdx="2" clrIdx="1025"/>
  <p:cmAuthor id="1164" name="office user" initials="o" lastIdx="1" clrIdx="2"/>
  <p:cmAuthor id="1191" name="Deng weihua" initials="D" lastIdx="1" clrIdx="21"/>
  <p:cmAuthor id="1245" name="尹瑶瑶" initials="尹" lastIdx="1" clrIdx="47"/>
  <p:cmAuthor id="1201" name="001754511" initials="0" lastIdx="1" clrIdx="1200"/>
  <p:cmAuthor id="69" name="仝德志" initials="仝" lastIdx="1" clrIdx="0"/>
  <p:cmAuthor id="1145" name="李鹏飞" initials="李" lastIdx="1" clrIdx="1"/>
  <p:cmAuthor id="1263" name="吴迪" initials="吴" lastIdx="4" clrIdx="1262"/>
  <p:cmAuthor id="1078" name="888804586" initials="8" lastIdx="1" clrIdx="1077"/>
  <p:cmAuthor id="757" name="崔冶鸣（内蒙古英才管培生）" initials="崔" lastIdx="1" clrIdx="0"/>
  <p:cmAuthor id="47245823" name="刘海娜|liuhaina" initials="W用" lastIdx="1" clrIdx="36"/>
  <p:cmAuthor id="1256" name="kfzx-guz" initials="k" lastIdx="0" clrIdx="1255"/>
  <p:cmAuthor id="1258" name="kfzx-liyt" initials="k" lastIdx="0" clrIdx="1257"/>
  <p:cmAuthor id="1259" name="KFZX-JIANGDB" initials="K" lastIdx="0" clrIdx="1258"/>
  <p:cmAuthor id="1260" name="kfzx-ducy" initials="k" lastIdx="0" clrIdx="1259"/>
  <p:cmAuthor id="1261" name="kfzx-tangqy" initials="k" lastIdx="0" clrIdx="1260"/>
  <p:cmAuthor id="1264" name="hj" initials="h" lastIdx="0" clrIdx="1263"/>
  <p:cmAuthor id="1265" name="bob kang" initials="b" lastIdx="0" clrIdx="1264"/>
  <p:cmAuthor id="1266" name="彭浩" initials="彭" lastIdx="0" clrIdx="1265"/>
  <p:cmAuthor id="1267" name="zyrstz" initials="z" lastIdx="0" clrIdx="1266"/>
  <p:cmAuthor id="1268" name="kfzx-lvjie" initials="k" lastIdx="0" clrIdx="1267"/>
  <p:cmAuthor id="1269" name="未知用户7" initials="未" lastIdx="0" clrIdx="1268"/>
  <p:cmAuthor id="1270" name="kfzx-tongyq" initials="k" lastIdx="0" clrIdx="1269"/>
  <p:cmAuthor id="1277" name="kfzx-gengsy" initials="k" lastIdx="0" clrIdx="1276"/>
  <p:cmAuthor id="1278" name="kfzx-jialf" initials="k" lastIdx="0" clrIdx="1277"/>
  <p:cmAuthor id="1279" name="于淼" initials="于" lastIdx="0" clrIdx="1278"/>
  <p:cmAuthor id="1280" name="kfzx-liuap" initials="k" lastIdx="0" clrIdx="1279"/>
  <p:cmAuthor id="1281" name="kfzx-xukb" initials="k" lastIdx="0" clrIdx="1280"/>
  <p:cmAuthor id="1282" name="kfzx-xix" initials="k" lastIdx="0" clrIdx="1281"/>
  <p:cmAuthor id="1283" name="hy-tkyl" initials="h" lastIdx="0" clrIdx="1282"/>
  <p:cmAuthor id="1284" name="岳文甲" initials="岳" lastIdx="0" clrIdx="1283"/>
  <p:cmAuthor id="1285" name="Ms" initials="M" lastIdx="0" clrIdx="1284"/>
  <p:cmAuthor id="1286" name="chen" initials="c" lastIdx="0" clrIdx="1285"/>
  <p:cmAuthor id="1287" name="季玉洁" initials="季" lastIdx="0" clrIdx="1286"/>
  <p:cmAuthor id="1288" name="YANGS-PC" initials="Y" lastIdx="0" clrIdx="1287"/>
  <p:cmAuthor id="1289" name="anni" initials="a" lastIdx="0" clrIdx="1288"/>
  <p:cmAuthor id="1291" name="彬 罗" initials="彬" lastIdx="0" clrIdx="1290"/>
  <p:cmAuthor id="1292" name="1 mac" initials="1" lastIdx="0" clrIdx="1291"/>
  <p:cmAuthor id="1293" name="新萝卜家园" initials="新" lastIdx="0" clrIdx="1292"/>
  <p:cmAuthor id="1294" name="宋春华" initials="宋" lastIdx="0" clrIdx="1293"/>
  <p:cmAuthor id="1295" name="lixiaosong" initials="l" lastIdx="0" clrIdx="1294"/>
  <p:cmAuthor id="1296" name="Microsoft 帐户" initials="M" lastIdx="0" clrIdx="1295"/>
  <p:cmAuthor id="1297" name="temp" initials="t" lastIdx="0" clrIdx="1296"/>
  <p:cmAuthor id="1298" name="王怀璋" initials="王" lastIdx="0" clrIdx="1297"/>
  <p:cmAuthor id="1299" name="W Nic" initials="W" lastIdx="0" clrIdx="1298"/>
  <p:cmAuthor id="1300" name="huijy01" initials="h" lastIdx="0" clrIdx="1299"/>
  <p:cmAuthor id="1301" name="Huangx" initials="H" lastIdx="0" clrIdx="1300"/>
  <p:cmAuthor id="1302" name="Elfie" initials="E" lastIdx="0" clrIdx="1301"/>
  <p:cmAuthor id="1303" name="yuancc04" initials="y" lastIdx="0" clrIdx="1302"/>
  <p:cmAuthor id="1304" name="lity28" initials="l" lastIdx="0" clrIdx="1303"/>
  <p:cmAuthor id="1305" name="未知用户92" initials="未" lastIdx="0" clrIdx="1304"/>
  <p:cmAuthor id="1306" name="庞宝国" initials="庞" lastIdx="0" clrIdx="1305"/>
  <p:cmAuthor id="1307" name="张炎-商业广告_iA3qbeyi" initials="authorId_1320782576" lastIdx="0" clrIdx="1306"/>
  <p:cmAuthor id="1308" name="kfzx-lixm" initials="k" lastIdx="0" clrIdx="1307"/>
  <p:cmAuthor id="1309" name="未知的使用者37" initials="未" lastIdx="0" clrIdx="1308"/>
  <p:cmAuthor id="1310" name="未知的使用者54" initials="未" lastIdx="0" clrIdx="1309"/>
  <p:cmAuthor id="1311" name="未知的使用者69" initials="未" lastIdx="0" clrIdx="1310"/>
  <p:cmAuthor id="1312" name="聂潇丽" initials="聂" lastIdx="0" clrIdx="1311"/>
  <p:cmAuthor id="1313" name="CodonMedical" initials="C" lastIdx="0" clrIdx="1312"/>
  <p:cmAuthor id="1314" name="未知用户184" initials="未" lastIdx="0" clrIdx="1313"/>
  <p:cmAuthor id="1315" name="吴杰" initials="吴" lastIdx="0" clrIdx="1314"/>
  <p:cmAuthor id="1316" name="YUN Jiayue" initials="Y" lastIdx="0" clrIdx="1315"/>
  <p:cmAuthor id="1317" name="未知用户93" initials="未" lastIdx="0" clrIdx="1316"/>
  <p:cmAuthor id="1318" name="未知用户97" initials="未" lastIdx="0" clrIdx="1317"/>
  <p:cmAuthor id="1319" name="未知用户102" initials="未" lastIdx="0" clrIdx="1318"/>
  <p:cmAuthor id="1320" name="未知用户104" initials="未" lastIdx="0" clrIdx="1319"/>
  <p:cmAuthor id="1321" name="Kate Sillitoe (HI)" initials="K" lastIdx="0" clrIdx="1320"/>
  <p:cmAuthor id="1322" name="孟轩君" initials="孟" lastIdx="0" clrIdx="1321"/>
  <p:cmAuthor id="1323" name="加 林" initials="加" lastIdx="0" clrIdx="1322"/>
  <p:cmAuthor id="1324" name="百里 长青" initials="百" lastIdx="0" clrIdx="1323"/>
  <p:cmAuthor id="1325" name="刘 姝" initials="刘" lastIdx="0" clrIdx="1324"/>
  <p:cmAuthor id="1326" name="xikai gao" initials="x" lastIdx="0" clrIdx="1325"/>
  <p:cmAuthor id="1327" name="王芳" initials="王" lastIdx="0" clrIdx="1326"/>
  <p:cmAuthor id="1328" name="盛红" initials="盛" lastIdx="0" clrIdx="1327"/>
  <p:cmAuthor id="1329" name="黄楹" initials="黄楹" lastIdx="0" clrIdx="1328"/>
  <p:cmAuthor id="1330" name="A" initials="A" lastIdx="0" clrIdx="1329"/>
  <p:cmAuthor id="1331" name="炸?" initials="炸" lastIdx="0" clrIdx="1330"/>
  <p:cmAuthor id="1332" name="张建超" initials="张" lastIdx="0" clrIdx="1331"/>
  <p:cmAuthor id="1333" name="fz" initials="f" lastIdx="0" clrIdx="1332"/>
  <p:cmAuthor id="1334" name="sylvia lee" initials="" lastIdx="0" clrIdx="1333"/>
  <p:cmAuthor id="1335" name="吴 小丽" initials="吴" lastIdx="0" clrIdx="1334"/>
  <p:cmAuthor id="1336" name="xuhaoyu" initials="" lastIdx="0" clrIdx="1335"/>
  <p:cmAuthor id="1337" name="未知用户69" initials="未" lastIdx="0" clrIdx="1336"/>
  <p:cmAuthor id="1338" name="ThinkPad" initials="T" lastIdx="0" clrIdx="1337"/>
  <p:cmAuthor id="1339" name="杨东风" initials="杨" lastIdx="0" clrIdx="1338"/>
  <p:cmAuthor id="1340" name="未知用户191" initials="未" lastIdx="0" clrIdx="1339"/>
  <p:cmAuthor id="1341" name="未知用户53" initials="未" lastIdx="0" clrIdx="1340"/>
  <p:cmAuthor id="1342" name="雕刻时光 1987" initials="雕" lastIdx="0" clrIdx="1341"/>
  <p:cmAuthor id="1343" name="ST-Zhaoyamo" initials="S" lastIdx="0" clrIdx="1342"/>
  <p:cmAuthor id="1344" name="未知用户50" initials="未" lastIdx="0" clrIdx="1343"/>
  <p:cmAuthor id="1345" name="韩喆权" initials="韩" lastIdx="0" clrIdx="1344"/>
  <p:cmAuthor id="1346" name="China" initials="C" lastIdx="0" clrIdx="1345"/>
  <p:cmAuthor id="1347" name="康炳振" initials="康" lastIdx="0" clrIdx="1346"/>
  <p:cmAuthor id="1348" name="朱明霞" initials="朱" lastIdx="0" clrIdx="1347"/>
  <p:cmAuthor id="1349" name="bai bai" initials="b" lastIdx="0" clrIdx="1348"/>
  <p:cmAuthor id="1350" name="郭敏娜(Minna Guo)" initials="郭" lastIdx="0" clrIdx="1349"/>
  <p:cmAuthor id="1351" name="xiaoxuan Zeng" initials="x" lastIdx="0" clrIdx="1350"/>
  <p:cmAuthor id="1352" name="未知用户190" initials="未" lastIdx="0" clrIdx="1351"/>
  <p:cmAuthor id="1353" name="Qu song" initials="Q" lastIdx="0" clrIdx="1352"/>
  <p:cmAuthor id="1354" name="tcymr" initials="t" lastIdx="0" clrIdx="1353"/>
  <p:cmAuthor id="1355" name="未知用户212" initials="未" lastIdx="0" clrIdx="1354"/>
  <p:cmAuthor id="1356" name="叶茂甫" initials="叶" lastIdx="0" clrIdx="1355"/>
  <p:cmAuthor id="1357" name="张洲萌" initials="张" lastIdx="0" clrIdx="1356"/>
  <p:cmAuthor id="1358" name="黄 兴贵" initials="黄" lastIdx="0" clrIdx="1357"/>
  <p:cmAuthor id="1359" name="1" initials="1" lastIdx="0" clrIdx="1358"/>
  <p:cmAuthor id="1360" name="袁 玥挺" initials="" lastIdx="0" clrIdx="1359"/>
  <p:cmAuthor id="1361" name="office2016mac05452" initials="o" lastIdx="0" clrIdx="1360"/>
  <p:cmAuthor id="1362" name="hp" initials="h" lastIdx="0" clrIdx="1361"/>
  <p:cmAuthor id="1363" name="超乎想象" initials="超" lastIdx="0" clrIdx="1362"/>
  <p:cmAuthor id="1364" name="未知用户338" initials="未" lastIdx="0" clrIdx="1363"/>
  <p:cmAuthor id="1365" name="未知用户339" initials="未" lastIdx="0" clrIdx="1364"/>
  <p:cmAuthor id="1366" name="远 姚" initials="远" lastIdx="0" clrIdx="1365"/>
  <p:cmAuthor id="1367" name="华为" initials="华" lastIdx="0" clrIdx="1366"/>
  <p:cmAuthor id="1368" name="未知用户223" initials="未" lastIdx="0" clrIdx="1367"/>
  <p:cmAuthor id="1369" name="未知用户225" initials="未" lastIdx="0" clrIdx="1368"/>
  <p:cmAuthor id="1370" name="未知用户319" initials="未" lastIdx="0" clrIdx="1369"/>
  <p:cmAuthor id="1371" name="未知用户321" initials="未" lastIdx="0" clrIdx="1370"/>
  <p:cmAuthor id="1372" name="wtt" initials="w" lastIdx="0" clrIdx="1371"/>
  <p:cmAuthor id="1373" name="jiangjunrz" initials="jiangjunrz" lastIdx="0" clrIdx="1372"/>
  <p:cmAuthor id="1374" name="未知的使用者239" initials="未" lastIdx="0" clrIdx="1373"/>
  <p:cmAuthor id="1375" name="未知的使用者261" initials="未" lastIdx="0" clrIdx="1374"/>
  <p:cmAuthor id="1376" name="未知的使用者263" initials="未" lastIdx="0" clrIdx="1375"/>
  <p:cmAuthor id="1377" name="未知的使用者266" initials="未" lastIdx="0" clrIdx="1376"/>
  <p:cmAuthor id="1378" name="陈玉燕_Efqqnie2" initials="authorId_360192" lastIdx="0" clrIdx="1377"/>
  <p:cmAuthor id="1379" name="kfzx-gancc" initials="k" lastIdx="0" clrIdx="1378"/>
  <p:cmAuthor id="1380" name="kfzx-zhouyj02" initials="k" lastIdx="0" clrIdx="1379"/>
  <p:cmAuthor id="1381" name="ansen emma" initials="a" lastIdx="0" clrIdx="1380"/>
  <p:cmAuthor id="1382" name="钱 伟强" initials="钱" lastIdx="0" clrIdx="1381"/>
  <p:cmAuthor id="1383" name="hee-lhb" initials="h" lastIdx="0" clrIdx="1382"/>
  <p:cmAuthor id="1384" name="konglu2012@126.com" initials="k" lastIdx="0" clrIdx="1383"/>
  <p:cmAuthor id="1385" name="金鱼·张晨·远想·项目经理" initials="金" lastIdx="0" clrIdx="1384"/>
  <p:cmAuthor id="1386" name="JOHNNY GAO" initials="J" lastIdx="0" clrIdx="1385"/>
  <p:cmAuthor id="1387" name="liushiyuan" initials="l" lastIdx="0" clrIdx="1386"/>
  <p:cmAuthor id="1388" name="??" initials="?" lastIdx="0" clrIdx="1387"/>
  <p:cmAuthor id="1389" name="赵云" initials="赵" lastIdx="0" clrIdx="1388"/>
  <p:cmAuthor id="1390" name="wdl" initials="w" lastIdx="0" clrIdx="1389"/>
  <p:cmAuthor id="1391" name="fumen" initials="f" lastIdx="0" clrIdx="1390"/>
  <p:cmAuthor id="1392" name="weilong yan" initials="w" lastIdx="0" clrIdx="1391"/>
  <p:cmAuthor id="1393" name="未知用户289" initials="未" lastIdx="0" clrIdx="1392"/>
  <p:cmAuthor id="1394" name="未知的使用者207" initials="未" lastIdx="0" clrIdx="1393"/>
  <p:cmAuthor id="1395" name="未知的使用者208" initials="未" lastIdx="0" clrIdx="1394"/>
  <p:cmAuthor id="1396" name="未知的使用者189" initials="未" lastIdx="0" clrIdx="1395"/>
  <p:cmAuthor id="1397" name="未知的使用者193" initials="未" lastIdx="0" clrIdx="1396"/>
  <p:cmAuthor id="1398" name="未知的使用者212" initials="未" lastIdx="0" clrIdx="1397"/>
  <p:cmAuthor id="1399" name="未知的使用者154" initials="未" lastIdx="0" clrIdx="1398"/>
  <p:cmAuthor id="1400" name="未知的使用者246" initials="未" lastIdx="0" clrIdx="1399"/>
  <p:cmAuthor id="1401" name="未知的使用者226" initials="未" lastIdx="0" clrIdx="1400"/>
  <p:cmAuthor id="1402" name="未知的使用者257" initials="未" lastIdx="0" clrIdx="1401"/>
  <p:cmAuthor id="311" name="kfzx-chenken" initials="k" lastIdx="6" clrIdx="310"/>
  <p:cmAuthor id="1083" name="张燕" initials="张" lastIdx="0" clrIdx="1082"/>
  <p:cmAuthor id="1094" name="kfzx-zhangqf01" initials="k" lastIdx="0" clrIdx="1093"/>
  <p:cmAuthor id="856" name="董爽爽" initials="董" lastIdx="1" clrIdx="399"/>
  <p:cmAuthor id="511221968" name="sun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000FF"/>
    <a:srgbClr val="C00000"/>
    <a:srgbClr val="0099FF"/>
    <a:srgbClr val="00999B"/>
    <a:srgbClr val="FF6600"/>
    <a:srgbClr val="7F7F7F"/>
    <a:srgbClr val="A6A6A6"/>
    <a:srgbClr val="B4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26140"/>
    <p:restoredTop sz="96429"/>
  </p:normalViewPr>
  <p:slideViewPr>
    <p:cSldViewPr snapToGrid="0" showGuides="1">
      <p:cViewPr>
        <p:scale>
          <a:sx n="60" d="100"/>
          <a:sy n="60" d="100"/>
        </p:scale>
        <p:origin x="42" y="276"/>
      </p:cViewPr>
      <p:guideLst>
        <p:guide orient="horz" pos="2720"/>
        <p:guide pos="3649"/>
        <p:guide pos="129"/>
        <p:guide pos="7376"/>
        <p:guide orient="horz" pos="407"/>
        <p:guide orient="horz" pos="34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6" cy="72006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37" Type="http://schemas.openxmlformats.org/officeDocument/2006/relationships/slide" Target="slides/slide27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ableStyles" Target="tableStyles.xml"/><Relationship Id="rId42" Type="http://schemas.openxmlformats.org/officeDocument/2006/relationships/commentAuthors" Target="comment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45C98034-7DAB-4BA7-9402-30FF9D9F572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17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7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27016975-1D4D-491B-8EC5-CCC6AF49DF07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增加触点层</a:t>
            </a:r>
            <a:endParaRPr lang="zh-CN" altLang="en-US"/>
          </a:p>
          <a:p>
            <a:r>
              <a:rPr lang="zh-CN" altLang="en-US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（参考其他总体方案的架构图）</a:t>
            </a:r>
            <a:endParaRPr lang="zh-CN" altLang="en-US" b="1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>
              <a:sym typeface="+mn-ea"/>
            </a:endParaRP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/>
            </a:lvl1pPr>
          </a:lstStyle>
          <a:p>
            <a:r>
              <a:rPr>
                <a:sym typeface="+mn-ea"/>
              </a:rPr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1pPr>
            <a:lvl2pPr marL="457200" lvl="1" indent="0" defTabSz="914400">
              <a:buNone/>
              <a:tabLst>
                <a:tab pos="1609725" algn="l"/>
              </a:tabLst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2pPr>
            <a:lvl3pPr lvl="2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3pPr>
            <a:lvl4pPr lvl="3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4pPr>
            <a:lvl5pPr lvl="4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393A047-6B07-424D-8BA0-6852F6A2055F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EB9FE9B2-07D2-4E66-BD6B-9C83EDDDE909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133600"/>
            <a:ext cx="10972800" cy="603504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9"/>
            <a:ext cx="4873575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33600"/>
            <a:ext cx="10972800" cy="603504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9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9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501"/>
            <a:ext cx="9144000" cy="238789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483"/>
            <a:ext cx="9144000" cy="16559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89"/>
            <a:ext cx="8229600" cy="1143141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397"/>
            <a:ext cx="8229600" cy="4526839"/>
          </a:xfrm>
          <a:prstGeom prst="rect">
            <a:avLst/>
          </a:prstGeom>
        </p:spPr>
        <p:txBody>
          <a:bodyPr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949"/>
            <a:ext cx="10515600" cy="285308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90029"/>
            <a:ext cx="10515600" cy="1500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89"/>
            <a:ext cx="8229600" cy="1143141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851"/>
            <a:ext cx="5181600" cy="4351875"/>
          </a:xfrm>
          <a:prstGeom prst="rect">
            <a:avLst/>
          </a:prstGeom>
        </p:spPr>
        <p:txBody>
          <a:bodyPr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851"/>
            <a:ext cx="5181600" cy="4351875"/>
          </a:xfrm>
          <a:prstGeom prst="rect">
            <a:avLst/>
          </a:prstGeom>
        </p:spPr>
        <p:txBody>
          <a:bodyPr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71"/>
            <a:ext cx="10515600" cy="1325727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657"/>
            <a:ext cx="4873575" cy="82401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708"/>
            <a:ext cx="4873575" cy="3524719"/>
          </a:xfrm>
          <a:prstGeom prst="rect">
            <a:avLst/>
          </a:prstGeom>
        </p:spPr>
        <p:txBody>
          <a:bodyPr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657"/>
            <a:ext cx="4897576" cy="82401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708"/>
            <a:ext cx="4897576" cy="3524719"/>
          </a:xfrm>
          <a:prstGeom prst="rect">
            <a:avLst/>
          </a:prstGeom>
        </p:spPr>
        <p:txBody>
          <a:bodyPr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89"/>
            <a:ext cx="8229600" cy="1143141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56"/>
            <a:ext cx="3932237" cy="160039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547"/>
            <a:ext cx="6172200" cy="487422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655"/>
            <a:ext cx="3932237" cy="38120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56"/>
            <a:ext cx="4165349" cy="160039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57"/>
            <a:ext cx="6172200" cy="54045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655"/>
            <a:ext cx="4165349" cy="38120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89"/>
            <a:ext cx="8229600" cy="1143141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397"/>
            <a:ext cx="8229600" cy="4526839"/>
          </a:xfrm>
          <a:prstGeom prst="rect">
            <a:avLst/>
          </a:prstGeom>
        </p:spPr>
        <p:txBody>
          <a:bodyPr vert="eaVert"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71"/>
            <a:ext cx="2628900" cy="5812556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71"/>
            <a:ext cx="7734300" cy="5812556"/>
          </a:xfrm>
          <a:prstGeom prst="rect">
            <a:avLst/>
          </a:prstGeom>
        </p:spPr>
        <p:txBody>
          <a:bodyPr vert="eaVert"/>
          <a:lstStyle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1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676"/>
            <a:ext cx="2743200" cy="365144"/>
          </a:xfrm>
        </p:spPr>
        <p:txBody>
          <a:bodyPr/>
          <a:lstStyle/>
          <a:p>
            <a:pPr fontAlgn="auto"/>
            <a:fld id="{263DB197-84B0-484E-9C0F-88358ECCB79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676"/>
            <a:ext cx="4114800" cy="365144"/>
          </a:xfr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676"/>
            <a:ext cx="2743200" cy="365144"/>
          </a:xfrm>
        </p:spPr>
        <p:txBody>
          <a:bodyPr/>
          <a:lstStyle/>
          <a:p>
            <a:pPr fontAlgn="auto"/>
            <a:fld id="{E077DA78-E013-4A8C-AD75-63A150561B10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连接符 68"/>
          <p:cNvCxnSpPr/>
          <p:nvPr userDrawn="1"/>
        </p:nvCxnSpPr>
        <p:spPr>
          <a:xfrm>
            <a:off x="10659745" y="324485"/>
            <a:ext cx="0" cy="25527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图片 70"/>
          <p:cNvPicPr>
            <a:picLocks noChangeAspect="1"/>
          </p:cNvPicPr>
          <p:nvPr userDrawn="1"/>
        </p:nvPicPr>
        <p:blipFill>
          <a:blip r:embed="rId2"/>
          <a:srcRect l="8089" t="8655"/>
          <a:stretch>
            <a:fillRect/>
          </a:stretch>
        </p:blipFill>
        <p:spPr>
          <a:xfrm>
            <a:off x="10829925" y="239395"/>
            <a:ext cx="1096645" cy="435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719667"/>
            <a:ext cx="5376672" cy="4527551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719667"/>
            <a:ext cx="5376672" cy="4527551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9"/>
            <a:ext cx="4873575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88900"/>
            <a:ext cx="2743200" cy="515831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88900"/>
            <a:ext cx="8070573" cy="515831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719667"/>
            <a:ext cx="5376672" cy="4527551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719667"/>
            <a:ext cx="5376672" cy="4527551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9"/>
            <a:ext cx="4873575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88900"/>
            <a:ext cx="2743200" cy="515831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88900"/>
            <a:ext cx="8070573" cy="515831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133600"/>
            <a:ext cx="10972800" cy="603504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5857" y="473932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9"/>
            <a:ext cx="4873575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33600"/>
            <a:ext cx="10972800" cy="603504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9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9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41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133600"/>
            <a:ext cx="10972800" cy="603504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9"/>
            <a:ext cx="4873575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66607"/>
            <a:ext cx="10972800" cy="1524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133600"/>
            <a:ext cx="10972800" cy="603504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9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9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44"/>
            <a:ext cx="10515600" cy="1325631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676"/>
            <a:ext cx="2743200" cy="365144"/>
          </a:xfrm>
        </p:spPr>
        <p:txBody>
          <a:bodyPr/>
          <a:lstStyle/>
          <a:p>
            <a:pPr fontAlgn="auto"/>
            <a:fld id="{263DB197-84B0-484E-9C0F-88358ECCB79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676"/>
            <a:ext cx="4114800" cy="365144"/>
          </a:xfr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676"/>
            <a:ext cx="2743200" cy="365144"/>
          </a:xfrm>
        </p:spPr>
        <p:txBody>
          <a:bodyPr/>
          <a:lstStyle/>
          <a:p>
            <a:pPr fontAlgn="auto"/>
            <a:fld id="{E077DA78-E013-4A8C-AD75-63A150561B10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image" Target="../media/image2.png"/><Relationship Id="rId17" Type="http://schemas.openxmlformats.org/officeDocument/2006/relationships/image" Target="../media/image3.png"/><Relationship Id="rId18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9.xml"/><Relationship Id="rId3" Type="http://schemas.openxmlformats.org/officeDocument/2006/relationships/slideLayout" Target="../slideLayouts/slideLayout60.xml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image" Target="../media/image4.png"/><Relationship Id="rId14" Type="http://schemas.openxmlformats.org/officeDocument/2006/relationships/image" Target="../media/image5.png"/><Relationship Id="rId15" Type="http://schemas.openxmlformats.org/officeDocument/2006/relationships/image" Target="../media/image6.png"/><Relationship Id="rId16" Type="http://schemas.openxmlformats.org/officeDocument/2006/relationships/image" Target="../media/image7.png"/><Relationship Id="rId17" Type="http://schemas.openxmlformats.org/officeDocument/2006/relationships/image" Target="../media/image8.png"/><Relationship Id="rId18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defTabSz="914400">
              <a:defRPr lang="zh-CN" altLang="en-US" sz="3200" dirty="0"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b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 indent="-2286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28600"/>
            <a:r>
              <a:rPr lang="zh-CN" altLang="en-US"/>
              <a:t>二级</a:t>
            </a:r>
            <a:endParaRPr lang="zh-CN" altLang="en-US"/>
          </a:p>
          <a:p>
            <a:pPr lvl="2" indent="-228600"/>
            <a:r>
              <a:rPr lang="zh-CN" altLang="en-US"/>
              <a:t>三级</a:t>
            </a:r>
            <a:endParaRPr lang="zh-CN" altLang="en-US"/>
          </a:p>
          <a:p>
            <a:pPr lvl="3" indent="-228600"/>
            <a:r>
              <a:rPr lang="zh-CN" altLang="en-US"/>
              <a:t>四级</a:t>
            </a:r>
            <a:endParaRPr lang="zh-CN" altLang="en-US"/>
          </a:p>
          <a:p>
            <a:pPr lvl="4" indent="-228600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E393A047-6B07-424D-8BA0-6852F6A2055F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EB9FE9B2-07D2-4E66-BD6B-9C83EDDDE909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MH_Others_1"/>
          <p:cNvSpPr/>
          <p:nvPr/>
        </p:nvSpPr>
        <p:spPr>
          <a:xfrm>
            <a:off x="1547284" y="2563284"/>
            <a:ext cx="1521883" cy="800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p>
            <a:pPr lvl="0" algn="ctr"/>
            <a:r>
              <a:rPr lang="zh-CN" altLang="en-US" sz="5200" dirty="0">
                <a:solidFill>
                  <a:srgbClr val="D74B4B"/>
                </a:solidFill>
                <a:latin typeface="Arial" panose="020B0604020202020204" charset="-116"/>
                <a:ea typeface="微软雅黑" panose="020B0503020204020204" pitchFamily="34" charset="-122"/>
                <a:sym typeface="Arial" panose="020B0604020202020204" charset="-116"/>
              </a:rPr>
              <a:t>目录</a:t>
            </a:r>
            <a:endParaRPr lang="zh-CN" altLang="en-US" sz="5200" dirty="0">
              <a:solidFill>
                <a:srgbClr val="D74B4B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sp>
        <p:nvSpPr>
          <p:cNvPr id="3075" name="MH_Others_2"/>
          <p:cNvSpPr/>
          <p:nvPr/>
        </p:nvSpPr>
        <p:spPr>
          <a:xfrm>
            <a:off x="971551" y="3285067"/>
            <a:ext cx="2495549" cy="41021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lvl="0" algn="ctr"/>
            <a:r>
              <a:rPr lang="en-US" altLang="zh-CN" sz="2665" dirty="0">
                <a:solidFill>
                  <a:srgbClr val="D74B4B"/>
                </a:solidFill>
                <a:latin typeface="Arial" panose="020B0604020202020204" charset="-116"/>
                <a:ea typeface="微软雅黑" panose="020B0503020204020204" pitchFamily="34" charset="-122"/>
                <a:sym typeface="Arial" panose="020B0604020202020204" charset="-116"/>
              </a:rPr>
              <a:t>CONTENTS</a:t>
            </a:r>
            <a:endParaRPr lang="en-US" altLang="zh-CN" sz="2665" dirty="0">
              <a:solidFill>
                <a:srgbClr val="D74B4B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sp>
        <p:nvSpPr>
          <p:cNvPr id="3076" name="Freeform 7"/>
          <p:cNvSpPr/>
          <p:nvPr/>
        </p:nvSpPr>
        <p:spPr>
          <a:xfrm>
            <a:off x="0" y="6072717"/>
            <a:ext cx="12202584" cy="802216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5734" h="719">
                <a:moveTo>
                  <a:pt x="5734" y="0"/>
                </a:moveTo>
                <a:lnTo>
                  <a:pt x="5734" y="719"/>
                </a:lnTo>
                <a:lnTo>
                  <a:pt x="0" y="719"/>
                </a:lnTo>
                <a:lnTo>
                  <a:pt x="0" y="71"/>
                </a:lnTo>
                <a:lnTo>
                  <a:pt x="230" y="131"/>
                </a:lnTo>
                <a:lnTo>
                  <a:pt x="459" y="185"/>
                </a:lnTo>
                <a:lnTo>
                  <a:pt x="690" y="236"/>
                </a:lnTo>
                <a:lnTo>
                  <a:pt x="921" y="281"/>
                </a:lnTo>
                <a:lnTo>
                  <a:pt x="1154" y="323"/>
                </a:lnTo>
                <a:lnTo>
                  <a:pt x="1389" y="358"/>
                </a:lnTo>
                <a:lnTo>
                  <a:pt x="1627" y="390"/>
                </a:lnTo>
                <a:lnTo>
                  <a:pt x="1865" y="416"/>
                </a:lnTo>
                <a:lnTo>
                  <a:pt x="2105" y="435"/>
                </a:lnTo>
                <a:lnTo>
                  <a:pt x="2348" y="449"/>
                </a:lnTo>
                <a:lnTo>
                  <a:pt x="2593" y="456"/>
                </a:lnTo>
                <a:lnTo>
                  <a:pt x="2842" y="456"/>
                </a:lnTo>
                <a:lnTo>
                  <a:pt x="3094" y="451"/>
                </a:lnTo>
                <a:lnTo>
                  <a:pt x="3348" y="439"/>
                </a:lnTo>
                <a:lnTo>
                  <a:pt x="3605" y="420"/>
                </a:lnTo>
                <a:lnTo>
                  <a:pt x="3868" y="393"/>
                </a:lnTo>
                <a:lnTo>
                  <a:pt x="4132" y="358"/>
                </a:lnTo>
                <a:lnTo>
                  <a:pt x="4402" y="316"/>
                </a:lnTo>
                <a:lnTo>
                  <a:pt x="4675" y="266"/>
                </a:lnTo>
                <a:lnTo>
                  <a:pt x="4953" y="208"/>
                </a:lnTo>
                <a:lnTo>
                  <a:pt x="5235" y="141"/>
                </a:lnTo>
                <a:lnTo>
                  <a:pt x="5349" y="113"/>
                </a:lnTo>
                <a:lnTo>
                  <a:pt x="5456" y="85"/>
                </a:lnTo>
                <a:lnTo>
                  <a:pt x="5556" y="57"/>
                </a:lnTo>
                <a:lnTo>
                  <a:pt x="5648" y="29"/>
                </a:lnTo>
                <a:lnTo>
                  <a:pt x="5734" y="0"/>
                </a:lnTo>
                <a:close/>
              </a:path>
            </a:pathLst>
          </a:custGeom>
          <a:solidFill>
            <a:srgbClr val="C12B2B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sldNum="0" hdr="0" ftr="0" dt="0"/>
  <p:txStyles>
    <p:titleStyle>
      <a:lvl1pPr marL="0" lvl="0" indent="0" algn="ctr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kern="1200">
          <a:latin typeface="+mj-lt"/>
          <a:ea typeface="+mj-ea"/>
          <a:cs typeface="+mj-cs"/>
          <a:sym typeface="Arial" panose="020B0604020202020204" charset="-116"/>
        </a:defRPr>
      </a:lvl1pPr>
    </p:titleStyle>
    <p:bodyStyle>
      <a:lvl1pPr marL="457200" lvl="0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Char char="•"/>
        <a:defRPr sz="4265" b="0" i="0" kern="1200">
          <a:latin typeface="+mn-lt"/>
          <a:ea typeface="+mn-ea"/>
          <a:cs typeface="+mn-cs"/>
          <a:sym typeface="Arial" panose="020B0604020202020204" charset="-116"/>
        </a:defRPr>
      </a:lvl1pPr>
      <a:lvl2pPr marL="457200" lvl="1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2pPr>
      <a:lvl3pPr marL="457200" lvl="2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3pPr>
      <a:lvl4pPr marL="457200" lvl="3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100000"/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4pPr>
      <a:lvl5pPr marL="2438400" lvl="4" indent="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5pPr>
      <a:lvl6pPr marL="3352800" lvl="5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6pPr>
      <a:lvl7pPr marL="3962400" lvl="6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7pPr>
      <a:lvl8pPr marL="4572000" lvl="7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8pPr>
      <a:lvl9pPr marL="5181600" lvl="8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9pPr>
    </p:bodyStyle>
    <p:other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09600" lvl="1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2pPr>
      <a:lvl3pPr marL="1219200" lvl="2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3pPr>
      <a:lvl4pPr marL="1828800" lvl="3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4pPr>
      <a:lvl5pPr marL="2438400" lvl="4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5pPr>
      <a:lvl6pPr marL="3048000" lvl="5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6pPr>
      <a:lvl7pPr marL="3657600" lvl="6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7pPr>
      <a:lvl8pPr marL="4267200" lvl="7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8pPr>
      <a:lvl9pPr marL="4876800" lvl="8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Line 6"/>
          <p:cNvSpPr>
            <a:spLocks noChangeAspect="1"/>
          </p:cNvSpPr>
          <p:nvPr/>
        </p:nvSpPr>
        <p:spPr>
          <a:xfrm>
            <a:off x="611717" y="939800"/>
            <a:ext cx="11063816" cy="0"/>
          </a:xfrm>
          <a:prstGeom prst="line">
            <a:avLst/>
          </a:prstGeom>
          <a:ln w="19050" cap="flat" cmpd="sng">
            <a:solidFill>
              <a:srgbClr val="B40000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2051" name="Rectangle 7"/>
          <p:cNvSpPr>
            <a:spLocks noChangeAspect="1"/>
          </p:cNvSpPr>
          <p:nvPr/>
        </p:nvSpPr>
        <p:spPr>
          <a:xfrm>
            <a:off x="611717" y="867833"/>
            <a:ext cx="6830484" cy="71967"/>
          </a:xfrm>
          <a:prstGeom prst="rect">
            <a:avLst/>
          </a:prstGeom>
          <a:solidFill>
            <a:srgbClr val="B40000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169" tIns="46989" rIns="90169" bIns="46989" anchor="ctr" anchorCtr="0"/>
          <a:p>
            <a:pPr lvl="0" fontAlgn="base"/>
            <a:endParaRPr lang="zh-CN" altLang="en-US" sz="1800" strike="noStrike" noProof="1" dirty="0">
              <a:solidFill>
                <a:srgbClr val="000000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pic>
        <p:nvPicPr>
          <p:cNvPr id="4100" name="Picture 8" descr="工行logo标准（横版）"/>
          <p:cNvPicPr>
            <a:picLocks noChangeAspect="1"/>
          </p:cNvPicPr>
          <p:nvPr/>
        </p:nvPicPr>
        <p:blipFill>
          <a:blip r:embed="rId16"/>
          <a:srcRect b="-6763"/>
          <a:stretch>
            <a:fillRect/>
          </a:stretch>
        </p:blipFill>
        <p:spPr>
          <a:xfrm>
            <a:off x="10454217" y="431800"/>
            <a:ext cx="1316567" cy="58208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3" name="等腰三角形 2052"/>
          <p:cNvSpPr/>
          <p:nvPr/>
        </p:nvSpPr>
        <p:spPr>
          <a:xfrm rot="5400000">
            <a:off x="-157692" y="269875"/>
            <a:ext cx="833967" cy="514351"/>
          </a:xfrm>
          <a:prstGeom prst="triangle">
            <a:avLst>
              <a:gd name="adj" fmla="val 50000"/>
            </a:avLst>
          </a:prstGeom>
          <a:solidFill>
            <a:srgbClr val="B40000"/>
          </a:solidFill>
          <a:ln w="9525">
            <a:noFill/>
          </a:ln>
        </p:spPr>
        <p:txBody>
          <a:bodyPr anchor="t" anchorCtr="0"/>
          <a:p>
            <a:pPr lvl="0" fontAlgn="base"/>
            <a:endParaRPr lang="zh-CN" altLang="en-US" sz="1800" strike="noStrike" noProof="1" dirty="0">
              <a:solidFill>
                <a:srgbClr val="000000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sp>
        <p:nvSpPr>
          <p:cNvPr id="4102" name="Freeform 9"/>
          <p:cNvSpPr/>
          <p:nvPr/>
        </p:nvSpPr>
        <p:spPr>
          <a:xfrm>
            <a:off x="11567584" y="6242051"/>
            <a:ext cx="632883" cy="632883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pathLst>
              <a:path w="1087" h="1100">
                <a:moveTo>
                  <a:pt x="1087" y="0"/>
                </a:moveTo>
                <a:lnTo>
                  <a:pt x="1087" y="1100"/>
                </a:lnTo>
                <a:lnTo>
                  <a:pt x="0" y="1100"/>
                </a:lnTo>
                <a:lnTo>
                  <a:pt x="1087" y="0"/>
                </a:lnTo>
                <a:close/>
              </a:path>
            </a:pathLst>
          </a:custGeom>
          <a:solidFill>
            <a:srgbClr val="D0363D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  <p:pic>
        <p:nvPicPr>
          <p:cNvPr id="4103" name="页脚占位符 3"/>
          <p:cNvPicPr>
            <a:picLocks noGrp="1"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17" y="6553200"/>
            <a:ext cx="1964267" cy="266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4" name="灯片编号占位符 1"/>
          <p:cNvSpPr>
            <a:spLocks noGrp="1"/>
          </p:cNvSpPr>
          <p:nvPr>
            <p:ph type="sldNum" sz="quarter"/>
          </p:nvPr>
        </p:nvSpPr>
        <p:spPr>
          <a:xfrm>
            <a:off x="11569700" y="6504517"/>
            <a:ext cx="630767" cy="366184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lang="zh-CN" altLang="en-US" strike="noStrike" noProof="1" dirty="0"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hf sldNum="0" hdr="0" ftr="0" dt="0"/>
  <p:txStyles>
    <p:titleStyle>
      <a:lvl1pPr marL="0" lvl="0" indent="0" algn="l" defTabSz="91440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buNone/>
        <a:defRPr kern="1200">
          <a:latin typeface="+mj-lt"/>
          <a:ea typeface="+mj-ea"/>
          <a:cs typeface="+mj-cs"/>
        </a:defRPr>
      </a:lvl1pPr>
    </p:titleStyle>
    <p:bodyStyle>
      <a:lvl1pPr marL="228600" lvl="0" indent="-228600" algn="l" defTabSz="91440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charset="-116"/>
        <a:buChar char="•"/>
        <a:defRPr sz="3200" b="0" i="0" kern="1200">
          <a:latin typeface="+mn-lt"/>
          <a:ea typeface="+mn-ea"/>
          <a:cs typeface="+mn-cs"/>
        </a:defRPr>
      </a:lvl1pPr>
      <a:lvl2pPr marL="45085" lvl="1" indent="-43815" algn="l" defTabSz="25400" eaLnBrk="0" fontAlgn="base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None/>
        <a:defRPr sz="3200" b="0" i="0" kern="1200">
          <a:solidFill>
            <a:schemeClr val="bg1"/>
          </a:solidFill>
          <a:latin typeface="+mn-lt"/>
          <a:ea typeface="华文行楷" panose="02010800040101010101" pitchFamily="2" charset="-122"/>
          <a:cs typeface="+mn-cs"/>
        </a:defRPr>
      </a:lvl2pPr>
      <a:lvl3pPr marL="45085" lvl="2" indent="-43815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3200" b="0" i="0" kern="120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3pPr>
      <a:lvl4pPr marL="45085" lvl="3" indent="-43815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3200" b="0" i="0" kern="1200" baseline="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4pPr>
      <a:lvl5pPr marL="45085" lvl="4" indent="-43815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135" b="0" i="0" kern="1200" baseline="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5pPr>
      <a:lvl6pPr marL="2514600" lvl="5" indent="-228600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135" b="0" i="0" kern="1200" baseline="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6pPr>
      <a:lvl7pPr marL="2971800" lvl="6" indent="-228600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135" b="0" i="0" kern="1200" baseline="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7pPr>
      <a:lvl8pPr marL="3429000" lvl="7" indent="-228600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135" b="0" i="0" kern="1200" baseline="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8pPr>
      <a:lvl9pPr marL="3886200" lvl="8" indent="-228600" algn="l" defTabSz="25400" eaLnBrk="0" fontAlgn="b" latinLnBrk="1" hangingPunct="0">
        <a:lnSpc>
          <a:spcPct val="2000"/>
        </a:lnSpc>
        <a:spcBef>
          <a:spcPts val="10"/>
        </a:spcBef>
        <a:spcAft>
          <a:spcPct val="3000"/>
        </a:spcAft>
        <a:buSzTx/>
        <a:buFont typeface="Arial" panose="020B0604020202020204" charset="-116"/>
        <a:buChar char="耀"/>
        <a:defRPr sz="135" b="0" i="0" kern="1200" baseline="0">
          <a:solidFill>
            <a:schemeClr val="bg1"/>
          </a:solidFill>
          <a:latin typeface="Arial" panose="020B0604020202020204" charset="-116"/>
          <a:ea typeface="华文行楷" panose="02010800040101010101" pitchFamily="2" charset="-122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1800" kern="1200" baseline="0">
          <a:solidFill>
            <a:schemeClr val="tx1"/>
          </a:solidFill>
          <a:latin typeface="Arial" panose="020B0604020202020204" charset="-116"/>
          <a:ea typeface="黑体" panose="02010609060101010101" charset="-122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Freeform 9"/>
          <p:cNvSpPr/>
          <p:nvPr/>
        </p:nvSpPr>
        <p:spPr>
          <a:xfrm>
            <a:off x="11353800" y="6225117"/>
            <a:ext cx="842433" cy="632883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pathLst>
              <a:path w="1087" h="1100">
                <a:moveTo>
                  <a:pt x="1087" y="0"/>
                </a:moveTo>
                <a:lnTo>
                  <a:pt x="1087" y="1100"/>
                </a:lnTo>
                <a:lnTo>
                  <a:pt x="0" y="1100"/>
                </a:lnTo>
                <a:lnTo>
                  <a:pt x="1087" y="0"/>
                </a:lnTo>
                <a:close/>
              </a:path>
            </a:pathLst>
          </a:custGeom>
          <a:solidFill>
            <a:srgbClr val="D0363D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  <p:sp>
        <p:nvSpPr>
          <p:cNvPr id="3075" name="TextBox 4"/>
          <p:cNvSpPr/>
          <p:nvPr/>
        </p:nvSpPr>
        <p:spPr>
          <a:xfrm>
            <a:off x="11707284" y="6506633"/>
            <a:ext cx="314960" cy="3784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lvl="0"/>
            <a:fld id="{9A0DB2DC-4C9A-4742-B13C-FB6460FD3503}" type="slidenum">
              <a:rPr lang="zh-CN" altLang="en-US" sz="1865" dirty="0">
                <a:solidFill>
                  <a:srgbClr val="F8F8F8"/>
                </a:solidFill>
                <a:latin typeface="Arial" panose="020B0604020202020204" charset="-116"/>
                <a:ea typeface="微软雅黑" panose="020B0503020204020204" pitchFamily="34" charset="-122"/>
                <a:sym typeface="Arial" panose="020B0604020202020204" charset="-116"/>
              </a:rPr>
            </a:fld>
            <a:endParaRPr lang="zh-CN" altLang="en-US" sz="1865" dirty="0">
              <a:solidFill>
                <a:srgbClr val="F8F8F8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cxnSp>
        <p:nvCxnSpPr>
          <p:cNvPr id="3076" name="AutoShape 4"/>
          <p:cNvCxnSpPr/>
          <p:nvPr/>
        </p:nvCxnSpPr>
        <p:spPr>
          <a:xfrm flipH="1">
            <a:off x="579967" y="622300"/>
            <a:ext cx="11099800" cy="2117"/>
          </a:xfrm>
          <a:prstGeom prst="straightConnector1">
            <a:avLst/>
          </a:prstGeom>
          <a:ln w="9525" cap="flat" cmpd="sng">
            <a:solidFill>
              <a:srgbClr val="4D494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77" name="Freeform 5"/>
          <p:cNvSpPr>
            <a:spLocks noChangeAspect="1"/>
          </p:cNvSpPr>
          <p:nvPr/>
        </p:nvSpPr>
        <p:spPr>
          <a:xfrm>
            <a:off x="2117" y="120651"/>
            <a:ext cx="459316" cy="39581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87" h="677">
                <a:moveTo>
                  <a:pt x="587" y="339"/>
                </a:moveTo>
                <a:lnTo>
                  <a:pt x="293" y="508"/>
                </a:lnTo>
                <a:lnTo>
                  <a:pt x="0" y="677"/>
                </a:lnTo>
                <a:lnTo>
                  <a:pt x="0" y="339"/>
                </a:lnTo>
                <a:lnTo>
                  <a:pt x="0" y="0"/>
                </a:lnTo>
                <a:lnTo>
                  <a:pt x="293" y="169"/>
                </a:lnTo>
                <a:lnTo>
                  <a:pt x="587" y="339"/>
                </a:lnTo>
                <a:close/>
              </a:path>
            </a:pathLst>
          </a:custGeom>
          <a:solidFill>
            <a:srgbClr val="D0363D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  <p:sp>
        <p:nvSpPr>
          <p:cNvPr id="3078" name="Rectangle 2"/>
          <p:cNvSpPr>
            <a:spLocks noGrp="1"/>
          </p:cNvSpPr>
          <p:nvPr>
            <p:ph type="title"/>
          </p:nvPr>
        </p:nvSpPr>
        <p:spPr>
          <a:xfrm>
            <a:off x="609600" y="88900"/>
            <a:ext cx="10972800" cy="469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9" name="Rectangle 3"/>
          <p:cNvSpPr>
            <a:spLocks noGrp="1"/>
          </p:cNvSpPr>
          <p:nvPr>
            <p:ph type="body"/>
          </p:nvPr>
        </p:nvSpPr>
        <p:spPr>
          <a:xfrm>
            <a:off x="609600" y="719667"/>
            <a:ext cx="10972800" cy="4527551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kern="1200">
          <a:latin typeface="+mj-lt"/>
          <a:ea typeface="+mj-ea"/>
          <a:cs typeface="+mj-cs"/>
          <a:sym typeface="Arial" panose="020B0604020202020204" charset="-116"/>
        </a:defRPr>
      </a:lvl1pPr>
    </p:titleStyle>
    <p:bodyStyle>
      <a:lvl1pPr marL="457200" lvl="0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Char char="•"/>
        <a:defRPr sz="4265" b="0" i="0" kern="1200">
          <a:latin typeface="+mn-lt"/>
          <a:ea typeface="+mn-ea"/>
          <a:cs typeface="+mn-cs"/>
          <a:sym typeface="Arial" panose="020B0604020202020204" charset="-116"/>
        </a:defRPr>
      </a:lvl1pPr>
      <a:lvl2pPr marL="457200" lvl="1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latin typeface="Arial" panose="020B0604020202020204" charset="-116"/>
          <a:ea typeface="Arial" panose="020B0604020202020204" charset="-116"/>
          <a:cs typeface="+mn-cs"/>
          <a:sym typeface="Arial" panose="020B0604020202020204" charset="-116"/>
        </a:defRPr>
      </a:lvl2pPr>
      <a:lvl3pPr marL="8255" lvl="2" indent="-8255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latin typeface="Arial" panose="020B0604020202020204" charset="-116"/>
          <a:ea typeface="Arial" panose="020B0604020202020204" charset="-116"/>
          <a:cs typeface="+mn-cs"/>
          <a:sym typeface="Arial" panose="020B0604020202020204" charset="-116"/>
        </a:defRPr>
      </a:lvl3pPr>
      <a:lvl4pPr marL="8255" lvl="3" indent="-8255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4pPr>
      <a:lvl5pPr marL="8255" lvl="4" indent="-8255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5pPr>
      <a:lvl6pPr marL="3352800" lvl="5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6pPr>
      <a:lvl7pPr marL="3962400" lvl="6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7pPr>
      <a:lvl8pPr marL="4572000" lvl="7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8pPr>
      <a:lvl9pPr marL="5181600" lvl="8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9pPr>
    </p:bodyStyle>
    <p:other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09600" lvl="1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2pPr>
      <a:lvl3pPr marL="1219200" lvl="2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3pPr>
      <a:lvl4pPr marL="1828800" lvl="3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4pPr>
      <a:lvl5pPr marL="2438400" lvl="4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5pPr>
      <a:lvl6pPr marL="3048000" lvl="5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6pPr>
      <a:lvl7pPr marL="3657600" lvl="6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7pPr>
      <a:lvl8pPr marL="4267200" lvl="7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8pPr>
      <a:lvl9pPr marL="4876800" lvl="8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Freeform 9"/>
          <p:cNvSpPr/>
          <p:nvPr/>
        </p:nvSpPr>
        <p:spPr>
          <a:xfrm>
            <a:off x="11353800" y="6225117"/>
            <a:ext cx="842433" cy="632883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0"/>
              </a:cxn>
            </a:cxnLst>
            <a:pathLst>
              <a:path w="1087" h="1100">
                <a:moveTo>
                  <a:pt x="1087" y="0"/>
                </a:moveTo>
                <a:lnTo>
                  <a:pt x="1087" y="1100"/>
                </a:lnTo>
                <a:lnTo>
                  <a:pt x="0" y="1100"/>
                </a:lnTo>
                <a:lnTo>
                  <a:pt x="1087" y="0"/>
                </a:lnTo>
                <a:close/>
              </a:path>
            </a:pathLst>
          </a:custGeom>
          <a:solidFill>
            <a:srgbClr val="D0363D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  <p:sp>
        <p:nvSpPr>
          <p:cNvPr id="16387" name="TextBox 4"/>
          <p:cNvSpPr/>
          <p:nvPr/>
        </p:nvSpPr>
        <p:spPr>
          <a:xfrm>
            <a:off x="11707284" y="6506633"/>
            <a:ext cx="314960" cy="37846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lvl="0"/>
            <a:fld id="{9A0DB2DC-4C9A-4742-B13C-FB6460FD3503}" type="slidenum">
              <a:rPr lang="zh-CN" altLang="en-US" sz="1865" dirty="0">
                <a:solidFill>
                  <a:srgbClr val="F8F8F8"/>
                </a:solidFill>
                <a:latin typeface="Arial" panose="020B0604020202020204" charset="-116"/>
                <a:ea typeface="微软雅黑" panose="020B0503020204020204" pitchFamily="34" charset="-122"/>
                <a:sym typeface="Arial" panose="020B0604020202020204" charset="-116"/>
              </a:rPr>
            </a:fld>
            <a:endParaRPr lang="zh-CN" altLang="en-US" sz="1865" dirty="0">
              <a:solidFill>
                <a:srgbClr val="F8F8F8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cxnSp>
        <p:nvCxnSpPr>
          <p:cNvPr id="16388" name="AutoShape 4"/>
          <p:cNvCxnSpPr/>
          <p:nvPr/>
        </p:nvCxnSpPr>
        <p:spPr>
          <a:xfrm flipH="1">
            <a:off x="579967" y="622300"/>
            <a:ext cx="11099800" cy="2117"/>
          </a:xfrm>
          <a:prstGeom prst="straightConnector1">
            <a:avLst/>
          </a:prstGeom>
          <a:ln w="9525" cap="flat" cmpd="sng">
            <a:solidFill>
              <a:srgbClr val="4D494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89" name="Freeform 5"/>
          <p:cNvSpPr>
            <a:spLocks noChangeAspect="1"/>
          </p:cNvSpPr>
          <p:nvPr/>
        </p:nvSpPr>
        <p:spPr>
          <a:xfrm>
            <a:off x="2117" y="120651"/>
            <a:ext cx="459316" cy="39581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87" h="677">
                <a:moveTo>
                  <a:pt x="587" y="339"/>
                </a:moveTo>
                <a:lnTo>
                  <a:pt x="293" y="508"/>
                </a:lnTo>
                <a:lnTo>
                  <a:pt x="0" y="677"/>
                </a:lnTo>
                <a:lnTo>
                  <a:pt x="0" y="339"/>
                </a:lnTo>
                <a:lnTo>
                  <a:pt x="0" y="0"/>
                </a:lnTo>
                <a:lnTo>
                  <a:pt x="293" y="169"/>
                </a:lnTo>
                <a:lnTo>
                  <a:pt x="587" y="339"/>
                </a:lnTo>
                <a:close/>
              </a:path>
            </a:pathLst>
          </a:custGeom>
          <a:solidFill>
            <a:srgbClr val="D0363D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  <p:sp>
        <p:nvSpPr>
          <p:cNvPr id="16390" name="Rectangle 2"/>
          <p:cNvSpPr>
            <a:spLocks noGrp="1"/>
          </p:cNvSpPr>
          <p:nvPr>
            <p:ph type="title"/>
          </p:nvPr>
        </p:nvSpPr>
        <p:spPr>
          <a:xfrm>
            <a:off x="609600" y="88900"/>
            <a:ext cx="10972800" cy="469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6391" name="Rectangle 3"/>
          <p:cNvSpPr>
            <a:spLocks noGrp="1"/>
          </p:cNvSpPr>
          <p:nvPr>
            <p:ph type="body"/>
          </p:nvPr>
        </p:nvSpPr>
        <p:spPr>
          <a:xfrm>
            <a:off x="609600" y="719667"/>
            <a:ext cx="10972800" cy="4527551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sldNum="0" hdr="0" ftr="0" dt="0"/>
  <p:txStyles>
    <p:title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kern="1200">
          <a:latin typeface="+mj-lt"/>
          <a:ea typeface="+mj-ea"/>
          <a:cs typeface="+mj-cs"/>
          <a:sym typeface="Arial" panose="020B0604020202020204" charset="-116"/>
        </a:defRPr>
      </a:lvl1pPr>
    </p:titleStyle>
    <p:bodyStyle>
      <a:lvl1pPr marL="457200" lvl="0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Char char="•"/>
        <a:defRPr sz="4265" b="0" i="0" kern="1200">
          <a:latin typeface="+mn-lt"/>
          <a:ea typeface="+mn-ea"/>
          <a:cs typeface="+mn-cs"/>
          <a:sym typeface="Arial" panose="020B0604020202020204" charset="-116"/>
        </a:defRPr>
      </a:lvl1pPr>
      <a:lvl2pPr marL="457200" lvl="1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latin typeface="Arial" panose="020B0604020202020204" charset="-116"/>
          <a:ea typeface="Arial" panose="020B0604020202020204" charset="-116"/>
          <a:cs typeface="+mn-cs"/>
          <a:sym typeface="Arial" panose="020B0604020202020204" charset="-116"/>
        </a:defRPr>
      </a:lvl2pPr>
      <a:lvl3pPr marL="8255" lvl="2" indent="-8255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latin typeface="Arial" panose="020B0604020202020204" charset="-116"/>
          <a:ea typeface="Arial" panose="020B0604020202020204" charset="-116"/>
          <a:cs typeface="+mn-cs"/>
          <a:sym typeface="Arial" panose="020B0604020202020204" charset="-116"/>
        </a:defRPr>
      </a:lvl3pPr>
      <a:lvl4pPr marL="8255" lvl="3" indent="-8255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4pPr>
      <a:lvl5pPr marL="8255" lvl="4" indent="-8255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5pPr>
      <a:lvl6pPr marL="3352800" lvl="5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6pPr>
      <a:lvl7pPr marL="3962400" lvl="6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7pPr>
      <a:lvl8pPr marL="4572000" lvl="7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8pPr>
      <a:lvl9pPr marL="5181600" lvl="8" indent="-3048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None/>
        <a:defRPr sz="8935" b="0" i="0" kern="1200">
          <a:solidFill>
            <a:schemeClr val="bg1"/>
          </a:solidFill>
          <a:latin typeface="Arial" panose="020B0604020202020204" charset="-116"/>
          <a:ea typeface="Gill Sans MT" panose="020B0502020104020203"/>
          <a:cs typeface="+mn-cs"/>
          <a:sym typeface="Arial" panose="020B0604020202020204" charset="-116"/>
        </a:defRPr>
      </a:lvl9pPr>
    </p:bodyStyle>
    <p:other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09600" lvl="1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2pPr>
      <a:lvl3pPr marL="1219200" lvl="2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3pPr>
      <a:lvl4pPr marL="1828800" lvl="3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4pPr>
      <a:lvl5pPr marL="2438400" lvl="4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5pPr>
      <a:lvl6pPr marL="3048000" lvl="5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6pPr>
      <a:lvl7pPr marL="3657600" lvl="6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7pPr>
      <a:lvl8pPr marL="4267200" lvl="7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8pPr>
      <a:lvl9pPr marL="4876800" lvl="8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2" descr="图形22"/>
          <p:cNvPicPr>
            <a:picLocks noChangeAspect="1"/>
          </p:cNvPicPr>
          <p:nvPr/>
        </p:nvPicPr>
        <p:blipFill>
          <a:blip r:embed="rId13"/>
          <a:srcRect t="46526" b="14673"/>
          <a:stretch>
            <a:fillRect/>
          </a:stretch>
        </p:blipFill>
        <p:spPr>
          <a:xfrm>
            <a:off x="245533" y="4102100"/>
            <a:ext cx="11726333" cy="2552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3" descr="图片1"/>
          <p:cNvPicPr>
            <a:picLocks noChangeAspect="1"/>
          </p:cNvPicPr>
          <p:nvPr/>
        </p:nvPicPr>
        <p:blipFill>
          <a:blip r:embed="rId14"/>
          <a:srcRect l="6815" t="13170" r="10306" b="11867"/>
          <a:stretch>
            <a:fillRect/>
          </a:stretch>
        </p:blipFill>
        <p:spPr>
          <a:xfrm>
            <a:off x="241300" y="237067"/>
            <a:ext cx="11726333" cy="4201584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2" name="Group 4" hidden="1"/>
          <p:cNvGrpSpPr/>
          <p:nvPr/>
        </p:nvGrpSpPr>
        <p:grpSpPr>
          <a:xfrm>
            <a:off x="3204633" y="548217"/>
            <a:ext cx="6292851" cy="4362449"/>
            <a:chOff x="0" y="0"/>
            <a:chExt cx="4718300" cy="4364430"/>
          </a:xfrm>
        </p:grpSpPr>
        <p:pic>
          <p:nvPicPr>
            <p:cNvPr id="2053" name="Picture 2" descr="C:\Users\浩\Desktop\SW-0064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0" y="0"/>
              <a:ext cx="4718300" cy="436443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4" name="任意多边形 34"/>
            <p:cNvSpPr/>
            <p:nvPr/>
          </p:nvSpPr>
          <p:spPr>
            <a:xfrm>
              <a:off x="1206158" y="3561083"/>
              <a:ext cx="922077" cy="571551"/>
            </a:xfrm>
            <a:custGeom>
              <a:avLst/>
              <a:gdLst/>
              <a:ahLst/>
              <a:cxnLst>
                <a:cxn ang="0">
                  <a:pos x="373845" y="0"/>
                </a:cxn>
                <a:cxn ang="0">
                  <a:pos x="0" y="50051"/>
                </a:cxn>
                <a:cxn ang="0">
                  <a:pos x="524821" y="572061"/>
                </a:cxn>
                <a:cxn ang="0">
                  <a:pos x="927424" y="476712"/>
                </a:cxn>
                <a:cxn ang="0">
                  <a:pos x="373845" y="0"/>
                </a:cxn>
              </a:cxnLst>
              <a:pathLst>
                <a:path w="921544" h="571500">
                  <a:moveTo>
                    <a:pt x="371475" y="0"/>
                  </a:moveTo>
                  <a:lnTo>
                    <a:pt x="0" y="50007"/>
                  </a:lnTo>
                  <a:lnTo>
                    <a:pt x="521494" y="571500"/>
                  </a:lnTo>
                  <a:lnTo>
                    <a:pt x="921544" y="476250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 sz="2400"/>
            </a:p>
          </p:txBody>
        </p:sp>
        <p:pic>
          <p:nvPicPr>
            <p:cNvPr id="2055" name="组合 35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1479181" y="3683322"/>
              <a:ext cx="335280" cy="316992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6" name="图片 1" descr="图标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829051" y="3841751"/>
            <a:ext cx="4015316" cy="3151716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hf sldNum="0" hdr="0" ftr="0" dt="0"/>
  <p:txStyles>
    <p:titleStyle>
      <a:lvl1pPr marL="0" lvl="0" indent="0" algn="ctr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kern="1200">
          <a:latin typeface="+mj-lt"/>
          <a:ea typeface="+mj-ea"/>
          <a:cs typeface="+mj-cs"/>
          <a:sym typeface="Arial" panose="020B0604020202020204" charset="-116"/>
        </a:defRPr>
      </a:lvl1pPr>
    </p:titleStyle>
    <p:bodyStyle>
      <a:lvl1pPr marL="457200" lvl="0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Char char="•"/>
        <a:defRPr sz="4265" b="0" i="0" kern="1200">
          <a:latin typeface="+mn-lt"/>
          <a:ea typeface="+mn-ea"/>
          <a:cs typeface="+mn-cs"/>
          <a:sym typeface="Arial" panose="020B0604020202020204" charset="-116"/>
        </a:defRPr>
      </a:lvl1pPr>
      <a:lvl2pPr marL="457200" lvl="1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2pPr>
      <a:lvl3pPr marL="457200" lvl="2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3pPr>
      <a:lvl4pPr marL="457200" lvl="3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100000"/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4pPr>
      <a:lvl5pPr marL="2438400" lvl="4" indent="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5pPr>
      <a:lvl6pPr marL="3352800" lvl="5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6pPr>
      <a:lvl7pPr marL="3962400" lvl="6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7pPr>
      <a:lvl8pPr marL="4572000" lvl="7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8pPr>
      <a:lvl9pPr marL="5181600" lvl="8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9pPr>
    </p:bodyStyle>
    <p:other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09600" lvl="1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2pPr>
      <a:lvl3pPr marL="1219200" lvl="2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3pPr>
      <a:lvl4pPr marL="1828800" lvl="3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4pPr>
      <a:lvl5pPr marL="2438400" lvl="4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5pPr>
      <a:lvl6pPr marL="3048000" lvl="5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6pPr>
      <a:lvl7pPr marL="3657600" lvl="6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7pPr>
      <a:lvl8pPr marL="4267200" lvl="7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8pPr>
      <a:lvl9pPr marL="4876800" lvl="8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MH_Others_1"/>
          <p:cNvSpPr/>
          <p:nvPr/>
        </p:nvSpPr>
        <p:spPr>
          <a:xfrm>
            <a:off x="1547284" y="2563284"/>
            <a:ext cx="1521883" cy="8001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>
            <a:spAutoFit/>
          </a:bodyPr>
          <a:p>
            <a:pPr lvl="0" algn="ctr"/>
            <a:r>
              <a:rPr lang="zh-CN" altLang="en-US" sz="5200" dirty="0">
                <a:solidFill>
                  <a:srgbClr val="D74B4B"/>
                </a:solidFill>
                <a:latin typeface="Arial" panose="020B0604020202020204" charset="-116"/>
                <a:ea typeface="微软雅黑" panose="020B0503020204020204" pitchFamily="34" charset="-122"/>
                <a:sym typeface="Arial" panose="020B0604020202020204" charset="-116"/>
              </a:rPr>
              <a:t>目录</a:t>
            </a:r>
            <a:endParaRPr lang="zh-CN" altLang="en-US" sz="5200" dirty="0">
              <a:solidFill>
                <a:srgbClr val="D74B4B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sp>
        <p:nvSpPr>
          <p:cNvPr id="3075" name="MH_Others_2"/>
          <p:cNvSpPr/>
          <p:nvPr/>
        </p:nvSpPr>
        <p:spPr>
          <a:xfrm>
            <a:off x="971551" y="3285067"/>
            <a:ext cx="2495549" cy="41021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p>
            <a:pPr lvl="0" algn="ctr"/>
            <a:r>
              <a:rPr lang="en-US" altLang="zh-CN" sz="2665" dirty="0">
                <a:solidFill>
                  <a:srgbClr val="D74B4B"/>
                </a:solidFill>
                <a:latin typeface="Arial" panose="020B0604020202020204" charset="-116"/>
                <a:ea typeface="微软雅黑" panose="020B0503020204020204" pitchFamily="34" charset="-122"/>
                <a:sym typeface="Arial" panose="020B0604020202020204" charset="-116"/>
              </a:rPr>
              <a:t>CONTENTS</a:t>
            </a:r>
            <a:endParaRPr lang="en-US" altLang="zh-CN" sz="2665" dirty="0">
              <a:solidFill>
                <a:srgbClr val="D74B4B"/>
              </a:solidFill>
              <a:latin typeface="Arial" panose="020B0604020202020204" charset="-116"/>
              <a:ea typeface="微软雅黑" panose="020B0503020204020204" pitchFamily="34" charset="-122"/>
              <a:sym typeface="Arial" panose="020B0604020202020204" charset="-116"/>
            </a:endParaRPr>
          </a:p>
        </p:txBody>
      </p:sp>
      <p:sp>
        <p:nvSpPr>
          <p:cNvPr id="3076" name="Freeform 7"/>
          <p:cNvSpPr/>
          <p:nvPr/>
        </p:nvSpPr>
        <p:spPr>
          <a:xfrm>
            <a:off x="0" y="6072717"/>
            <a:ext cx="12202584" cy="802216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pathLst>
              <a:path w="5734" h="719">
                <a:moveTo>
                  <a:pt x="5734" y="0"/>
                </a:moveTo>
                <a:lnTo>
                  <a:pt x="5734" y="719"/>
                </a:lnTo>
                <a:lnTo>
                  <a:pt x="0" y="719"/>
                </a:lnTo>
                <a:lnTo>
                  <a:pt x="0" y="71"/>
                </a:lnTo>
                <a:lnTo>
                  <a:pt x="230" y="131"/>
                </a:lnTo>
                <a:lnTo>
                  <a:pt x="459" y="185"/>
                </a:lnTo>
                <a:lnTo>
                  <a:pt x="690" y="236"/>
                </a:lnTo>
                <a:lnTo>
                  <a:pt x="921" y="281"/>
                </a:lnTo>
                <a:lnTo>
                  <a:pt x="1154" y="323"/>
                </a:lnTo>
                <a:lnTo>
                  <a:pt x="1389" y="358"/>
                </a:lnTo>
                <a:lnTo>
                  <a:pt x="1627" y="390"/>
                </a:lnTo>
                <a:lnTo>
                  <a:pt x="1865" y="416"/>
                </a:lnTo>
                <a:lnTo>
                  <a:pt x="2105" y="435"/>
                </a:lnTo>
                <a:lnTo>
                  <a:pt x="2348" y="449"/>
                </a:lnTo>
                <a:lnTo>
                  <a:pt x="2593" y="456"/>
                </a:lnTo>
                <a:lnTo>
                  <a:pt x="2842" y="456"/>
                </a:lnTo>
                <a:lnTo>
                  <a:pt x="3094" y="451"/>
                </a:lnTo>
                <a:lnTo>
                  <a:pt x="3348" y="439"/>
                </a:lnTo>
                <a:lnTo>
                  <a:pt x="3605" y="420"/>
                </a:lnTo>
                <a:lnTo>
                  <a:pt x="3868" y="393"/>
                </a:lnTo>
                <a:lnTo>
                  <a:pt x="4132" y="358"/>
                </a:lnTo>
                <a:lnTo>
                  <a:pt x="4402" y="316"/>
                </a:lnTo>
                <a:lnTo>
                  <a:pt x="4675" y="266"/>
                </a:lnTo>
                <a:lnTo>
                  <a:pt x="4953" y="208"/>
                </a:lnTo>
                <a:lnTo>
                  <a:pt x="5235" y="141"/>
                </a:lnTo>
                <a:lnTo>
                  <a:pt x="5349" y="113"/>
                </a:lnTo>
                <a:lnTo>
                  <a:pt x="5456" y="85"/>
                </a:lnTo>
                <a:lnTo>
                  <a:pt x="5556" y="57"/>
                </a:lnTo>
                <a:lnTo>
                  <a:pt x="5648" y="29"/>
                </a:lnTo>
                <a:lnTo>
                  <a:pt x="5734" y="0"/>
                </a:lnTo>
                <a:close/>
              </a:path>
            </a:pathLst>
          </a:custGeom>
          <a:solidFill>
            <a:srgbClr val="C12B2B"/>
          </a:solidFill>
          <a:ln w="9525">
            <a:noFill/>
          </a:ln>
        </p:spPr>
        <p:txBody>
          <a:bodyPr/>
          <a:p>
            <a:endParaRPr lang="zh-CN" altLang="en-US" sz="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</p:sldLayoutIdLst>
  <p:hf sldNum="0" hdr="0" ftr="0" dt="0"/>
  <p:txStyles>
    <p:titleStyle>
      <a:lvl1pPr marL="0" lvl="0" indent="0" algn="ctr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kern="1200">
          <a:latin typeface="+mj-lt"/>
          <a:ea typeface="+mj-ea"/>
          <a:cs typeface="+mj-cs"/>
          <a:sym typeface="Arial" panose="020B0604020202020204" charset="-116"/>
        </a:defRPr>
      </a:lvl1pPr>
    </p:titleStyle>
    <p:bodyStyle>
      <a:lvl1pPr marL="457200" lvl="0" indent="-457200" algn="l" defTabSz="1219200" eaLnBrk="0" fontAlgn="base" latinLnBrk="1" hangingPunct="0">
        <a:lnSpc>
          <a:spcPct val="100000"/>
        </a:lnSpc>
        <a:spcBef>
          <a:spcPts val="130"/>
        </a:spcBef>
        <a:spcAft>
          <a:spcPct val="0"/>
        </a:spcAft>
        <a:buChar char="•"/>
        <a:defRPr sz="4265" b="0" i="0" kern="1200">
          <a:latin typeface="+mn-lt"/>
          <a:ea typeface="+mn-ea"/>
          <a:cs typeface="+mn-cs"/>
          <a:sym typeface="Arial" panose="020B0604020202020204" charset="-116"/>
        </a:defRPr>
      </a:lvl1pPr>
      <a:lvl2pPr marL="457200" lvl="1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2pPr>
      <a:lvl3pPr marL="457200" lvl="2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3pPr>
      <a:lvl4pPr marL="457200" lvl="3" indent="-4572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100000"/>
        <a:buChar char="•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4pPr>
      <a:lvl5pPr marL="2438400" lvl="4" indent="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5pPr>
      <a:lvl6pPr marL="3352800" lvl="5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6pPr>
      <a:lvl7pPr marL="3962400" lvl="6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7pPr>
      <a:lvl8pPr marL="4572000" lvl="7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8pPr>
      <a:lvl9pPr marL="5181600" lvl="8" indent="-304800" algn="l" defTabSz="1219200" eaLnBrk="0" fontAlgn="base" latinLnBrk="1" hangingPunct="0">
        <a:lnSpc>
          <a:spcPct val="100000"/>
        </a:lnSpc>
        <a:spcBef>
          <a:spcPct val="10968000"/>
        </a:spcBef>
        <a:spcAft>
          <a:spcPct val="0"/>
        </a:spcAft>
        <a:buSzPct val="60000"/>
        <a:buFont typeface="Arial" panose="020B0604020202020204" charset="-116"/>
        <a:buChar char="n"/>
        <a:defRPr sz="38400" b="0" i="0" kern="1200">
          <a:latin typeface="汉仪萝卜体简" charset="-122"/>
          <a:ea typeface="Arial" panose="020B0604020202020204" charset="-116"/>
          <a:cs typeface="+mn-cs"/>
          <a:sym typeface="Arial" panose="020B0604020202020204" charset="-116"/>
        </a:defRPr>
      </a:lvl9pPr>
    </p:bodyStyle>
    <p:otherStyle>
      <a:lvl1pPr marL="0" lvl="0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09600" lvl="1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2pPr>
      <a:lvl3pPr marL="1219200" lvl="2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3pPr>
      <a:lvl4pPr marL="1828800" lvl="3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4pPr>
      <a:lvl5pPr marL="2438400" lvl="4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5pPr>
      <a:lvl6pPr marL="3048000" lvl="5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6pPr>
      <a:lvl7pPr marL="3657600" lvl="6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7pPr>
      <a:lvl8pPr marL="4267200" lvl="7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8pPr>
      <a:lvl9pPr marL="4876800" lvl="8" indent="0" algn="l" defTabSz="12192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charset="-116"/>
        <a:buNone/>
        <a:defRPr sz="2400" b="0" i="0" kern="1200" baseline="0">
          <a:solidFill>
            <a:schemeClr val="tx1"/>
          </a:solidFill>
          <a:latin typeface="Arial" panose="020B0604020202020204" charset="-116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tags" Target="../tags/tag1.xml"/><Relationship Id="rId5" Type="http://schemas.openxmlformats.org/officeDocument/2006/relationships/slideLayout" Target="../slideLayouts/slideLayout2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tags" Target="../tags/tag2.xml"/><Relationship Id="rId5" Type="http://schemas.openxmlformats.org/officeDocument/2006/relationships/slideLayout" Target="../slideLayouts/slideLayout21.xml"/><Relationship Id="rId6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.svg"/><Relationship Id="rId9" Type="http://schemas.openxmlformats.org/officeDocument/2006/relationships/image" Target="../media/image20.png"/><Relationship Id="rId10" Type="http://schemas.openxmlformats.org/officeDocument/2006/relationships/image" Target="../media/image2.svg"/><Relationship Id="rId11" Type="http://schemas.openxmlformats.org/officeDocument/2006/relationships/slideLayout" Target="../slideLayouts/slideLayout27.xml"/><Relationship Id="rId1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tags" Target="../tags/tag29.xml"/><Relationship Id="rId5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27075" y="3319780"/>
            <a:ext cx="52628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spc="200" dirty="0">
                <a:solidFill>
                  <a:srgbClr val="2A2D35"/>
                </a:solidFill>
              </a:rPr>
              <a:t>智能测试技术专题汇报</a:t>
            </a:r>
            <a:r>
              <a:rPr lang="zh-CN" altLang="en-US" sz="4800" b="1" spc="200" dirty="0">
                <a:solidFill>
                  <a:srgbClr val="2A2D35"/>
                </a:solidFill>
                <a:cs typeface="Arial" panose="020B0604020202020204" pitchFamily="34" charset="0"/>
              </a:rPr>
              <a:t/>
            </a:r>
            <a:r>
              <a:rPr lang="zh-CN" altLang="en-US" sz="4800" b="1" spc="200" dirty="0">
                <a:solidFill>
                  <a:srgbClr val="2A2D35"/>
                </a:solidFill>
                <a:cs typeface="Arial" panose="020B0604020202020204" pitchFamily="34" charset="0"/>
              </a:rPr>
              <a:t/>
            </a:r>
            <a:endParaRPr lang="zh-CN" altLang="en-US" sz="4800" b="1" spc="200" dirty="0">
              <a:solidFill>
                <a:srgbClr val="C0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443335" y="3428365"/>
            <a:ext cx="748665" cy="34296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1443335" y="-1270"/>
            <a:ext cx="748665" cy="3429635"/>
          </a:xfrm>
          <a:prstGeom prst="rect">
            <a:avLst/>
          </a:prstGeom>
          <a:solidFill>
            <a:srgbClr val="2A2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27075" y="5553349"/>
            <a:ext cx="1630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100" dirty="0">
                <a:solidFill>
                  <a:srgbClr val="2A2D35"/>
                </a:solidFill>
              </a:rPr>
              <a:t>软件开发中心</a:t>
            </a:r>
            <a:endParaRPr lang="zh-CN" altLang="en-US" spc="100" dirty="0">
              <a:solidFill>
                <a:srgbClr val="2A2D35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41045" y="4545934"/>
            <a:ext cx="2326005" cy="542290"/>
            <a:chOff x="1252" y="6998"/>
            <a:chExt cx="3663" cy="854"/>
          </a:xfrm>
        </p:grpSpPr>
        <p:sp>
          <p:nvSpPr>
            <p:cNvPr id="12" name="圆角矩形 11"/>
            <p:cNvSpPr/>
            <p:nvPr/>
          </p:nvSpPr>
          <p:spPr>
            <a:xfrm>
              <a:off x="1252" y="6998"/>
              <a:ext cx="3663" cy="854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040" y="7111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杭州产品部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" name="菱形 1"/>
            <p:cNvSpPr/>
            <p:nvPr/>
          </p:nvSpPr>
          <p:spPr>
            <a:xfrm>
              <a:off x="1624" y="7317"/>
              <a:ext cx="215" cy="21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菱形 2"/>
            <p:cNvSpPr/>
            <p:nvPr/>
          </p:nvSpPr>
          <p:spPr>
            <a:xfrm>
              <a:off x="4373" y="7318"/>
              <a:ext cx="215" cy="21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41045" y="2206625"/>
            <a:ext cx="2471420" cy="657225"/>
            <a:chOff x="1167" y="1069"/>
            <a:chExt cx="3892" cy="1035"/>
          </a:xfrm>
        </p:grpSpPr>
        <p:sp>
          <p:nvSpPr>
            <p:cNvPr id="5" name="文本框 4"/>
            <p:cNvSpPr txBox="1"/>
            <p:nvPr/>
          </p:nvSpPr>
          <p:spPr>
            <a:xfrm>
              <a:off x="1167" y="1069"/>
              <a:ext cx="2056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spc="200">
                  <a:solidFill>
                    <a:srgbClr val="2A2D35"/>
                  </a:solidFill>
                  <a:uFillTx/>
                  <a:cs typeface="+mn-lt"/>
                </a:rPr>
                <a:t>2026</a:t>
              </a:r>
              <a:endParaRPr lang="en-US" altLang="zh-CN" sz="3600" b="1" spc="200">
                <a:solidFill>
                  <a:srgbClr val="2A2D35"/>
                </a:solidFill>
                <a:uFillTx/>
                <a:cs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71" y="1088"/>
              <a:ext cx="1488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spc="200">
                  <a:solidFill>
                    <a:srgbClr val="2A2D35"/>
                  </a:solidFill>
                  <a:uFillTx/>
                  <a:cs typeface="+mn-lt"/>
                </a:rPr>
                <a:t>7</a:t>
              </a:r>
              <a:r>
                <a:rPr lang="zh-CN" altLang="en-US" sz="3600" b="1" spc="200">
                  <a:solidFill>
                    <a:srgbClr val="2A2D35"/>
                  </a:solidFill>
                  <a:uFillTx/>
                  <a:cs typeface="+mn-lt"/>
                </a:rPr>
                <a:t>月</a:t>
              </a:r>
              <a:endParaRPr lang="zh-CN" altLang="en-US" sz="3600" b="1" spc="200">
                <a:solidFill>
                  <a:srgbClr val="2A2D35"/>
                </a:solidFill>
                <a:uFillTx/>
                <a:cs typeface="+mn-lt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341" y="1299"/>
              <a:ext cx="0" cy="551"/>
            </a:xfrm>
            <a:prstGeom prst="line">
              <a:avLst/>
            </a:prstGeom>
            <a:ln w="222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822" y="0"/>
            <a:ext cx="4445000" cy="6858000"/>
          </a:xfrm>
          <a:prstGeom prst="rect">
            <a:avLst/>
          </a:prstGeom>
        </p:spPr>
      </p:pic>
      <p:pic>
        <p:nvPicPr>
          <p:cNvPr id="6" name="图片 5" descr="资源 3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0"/>
            <a:ext cx="3515995" cy="683260"/>
          </a:xfrm>
          <a:prstGeom prst="rect">
            <a:avLst/>
          </a:prstGeom>
        </p:spPr>
      </p:pic>
      <p:pic>
        <p:nvPicPr>
          <p:cNvPr id="16" name="图片 15" descr="资源 5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770" y="322580"/>
            <a:ext cx="1981835" cy="1841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/>
        </p:nvSpPr>
        <p:spPr>
          <a:xfrm>
            <a:off x="982980" y="908050"/>
            <a:ext cx="3027045" cy="4444365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0" y="6316980"/>
            <a:ext cx="12192000" cy="551180"/>
          </a:xfrm>
          <a:prstGeom prst="rect">
            <a:avLst/>
          </a:prstGeom>
          <a:solidFill>
            <a:srgbClr val="2A2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72" y="772160"/>
            <a:ext cx="3055501" cy="4444365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534472" y="772160"/>
            <a:ext cx="3055501" cy="4444365"/>
          </a:xfrm>
          <a:prstGeom prst="rect">
            <a:avLst/>
          </a:prstGeom>
          <a:solidFill>
            <a:srgbClr val="C00000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209199" y="1370330"/>
            <a:ext cx="1746885" cy="1175385"/>
            <a:chOff x="2040" y="1434"/>
            <a:chExt cx="2751" cy="1851"/>
          </a:xfrm>
        </p:grpSpPr>
        <p:sp>
          <p:nvSpPr>
            <p:cNvPr id="28" name="文本框 27"/>
            <p:cNvSpPr txBox="1"/>
            <p:nvPr/>
          </p:nvSpPr>
          <p:spPr>
            <a:xfrm>
              <a:off x="2040" y="1434"/>
              <a:ext cx="2444" cy="1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目</a:t>
              </a:r>
              <a:r>
                <a:rPr lang="en-US" altLang="zh-CN" sz="40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</a:t>
              </a:r>
              <a:r>
                <a:rPr lang="zh-CN" altLang="en-US" sz="40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录</a:t>
              </a:r>
              <a:endParaRPr lang="zh-CN" altLang="en-US" sz="40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112" y="2655"/>
              <a:ext cx="2679" cy="6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spc="100" dirty="0">
                  <a:solidFill>
                    <a:schemeClr val="bg1"/>
                  </a:solidFill>
                </a:rPr>
                <a:t>CONTENTS</a:t>
              </a:r>
              <a:endParaRPr lang="en-US" sz="2000" spc="1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图片 1" descr="资源 3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25495" cy="646430"/>
          </a:xfrm>
          <a:prstGeom prst="rect">
            <a:avLst/>
          </a:prstGeom>
        </p:spPr>
      </p:pic>
      <p:pic>
        <p:nvPicPr>
          <p:cNvPr id="16" name="图片 15" descr="资源 5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005" y="231140"/>
            <a:ext cx="1981835" cy="18415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4919472" y="103327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40" b="1">
                <a:solidFill>
                  <a:srgbClr val="FFFFFF"/>
                </a:solidFill>
                <a:latin typeface="Arial"/>
              </a:rPr>
              <a:t>一条主线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56048" y="1463040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9552" y="1435608"/>
            <a:ext cx="26151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52A34"/>
                </a:solidFill>
                <a:latin typeface="Arial"/>
              </a:rPr>
              <a:t>为什么换底座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59552" y="1810512"/>
            <a:ext cx="5212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9707D"/>
                </a:solidFill>
                <a:latin typeface="Arial"/>
              </a:rPr>
              <a:t>Dify 固定流程难以承接长程、变化多的测试任务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56048" y="257860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59552" y="2551176"/>
            <a:ext cx="26151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52A34"/>
                </a:solidFill>
                <a:latin typeface="Arial"/>
              </a:rPr>
              <a:t>新底座解决什么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9552" y="2926080"/>
            <a:ext cx="5212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9707D"/>
                </a:solidFill>
                <a:latin typeface="Arial"/>
              </a:rPr>
              <a:t>灵犀 Code 让 Agent 在真实工作区持续规划并执行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56048" y="3694176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9552" y="3666744"/>
            <a:ext cx="26151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52A34"/>
                </a:solidFill>
                <a:latin typeface="Arial"/>
              </a:rPr>
              <a:t>设计与执行怎样串起来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9552" y="4041648"/>
            <a:ext cx="5212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9707D"/>
                </a:solidFill>
                <a:latin typeface="Arial"/>
              </a:rPr>
              <a:t>同一份结构化案例贯穿设计、脚本、执行与证据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56048" y="4809744"/>
            <a:ext cx="384048" cy="384048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9552" y="4782312"/>
            <a:ext cx="261518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52A34"/>
                </a:solidFill>
                <a:latin typeface="Arial"/>
              </a:rPr>
              <a:t>能力怎样越用越强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9552" y="5157216"/>
            <a:ext cx="5212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9707D"/>
                </a:solidFill>
                <a:latin typeface="Arial"/>
              </a:rPr>
              <a:t>Agent 组织角色，Skill 固化方法，docs 沉淀知识</a:t>
            </a: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551226" y="230481"/>
            <a:ext cx="776128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sym typeface="+mn-ea"/>
              </a:rPr>
              <a:t>1.1 </a:t>
            </a:r>
            <a:r>
              <a:rPr lang="zh-CN" altLang="en-US" sz="2800" dirty="0">
                <a:solidFill>
                  <a:srgbClr val="C00000"/>
                </a:solidFill>
                <a:sym typeface="+mn-ea"/>
              </a:rPr>
              <a:t>测试智能体演进</a:t>
            </a:r>
            <a:endParaRPr lang="zh-CN" altLang="en-US" sz="2800" dirty="0">
              <a:solidFill>
                <a:srgbClr val="C00000"/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灯片编号占位符 1"/>
          <p:cNvSpPr>
            <a:spLocks noGrp="1"/>
          </p:cNvSpPr>
          <p:nvPr/>
        </p:nvSpPr>
        <p:spPr>
          <a:xfrm>
            <a:off x="11607800" y="6518275"/>
            <a:ext cx="552450" cy="365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200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charset="-116"/>
              <a:buNone/>
              <a:defRPr sz="1800" kern="1200" baseline="0">
                <a:solidFill>
                  <a:schemeClr val="tx1"/>
                </a:solidFill>
                <a:latin typeface="Arial" panose="020B0604020202020204" charset="-116"/>
                <a:ea typeface="黑体" panose="02010609060101010101" charset="-122"/>
                <a:cs typeface="+mn-cs"/>
              </a:defRPr>
            </a:lvl9pPr>
          </a:lstStyle>
          <a:p>
            <a:fld id="{0D8F879C-7612-7E4C-A131-1F687979CBE0}" type="slidenum">
              <a:rPr kumimoji="1" lang="zh-CN" altLang="en-US" sz="18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1" lang="zh-CN" altLang="en-US" sz="180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53046" y="1081532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p>
            <a:pPr marL="0" indent="0">
              <a:buNone/>
            </a:pPr>
            <a:r>
              <a:rPr lang="en-US" sz="1550" kern="0" spc="100" dirty="0">
                <a:solidFill>
                  <a:srgbClr val="33333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测试人员参与方式从 “使用工具” 逐步演进到 “定义能力、共建智能体”</a:t>
            </a:r>
            <a:endParaRPr lang="en-US" sz="1550" dirty="0"/>
          </a:p>
        </p:txBody>
      </p:sp>
      <p:sp>
        <p:nvSpPr>
          <p:cNvPr id="6" name="Shape 7"/>
          <p:cNvSpPr/>
          <p:nvPr/>
        </p:nvSpPr>
        <p:spPr>
          <a:xfrm>
            <a:off x="420942" y="141732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7" name="Shape 8"/>
          <p:cNvSpPr/>
          <p:nvPr/>
        </p:nvSpPr>
        <p:spPr>
          <a:xfrm>
            <a:off x="804990" y="1581912"/>
            <a:ext cx="329184" cy="329184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804990" y="16047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1243902" y="157276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Prompt 阶段</a:t>
            </a:r>
            <a:endParaRPr lang="en-US" sz="1800" dirty="0"/>
          </a:p>
        </p:txBody>
      </p:sp>
      <p:sp>
        <p:nvSpPr>
          <p:cNvPr id="19" name="Shape 11"/>
          <p:cNvSpPr/>
          <p:nvPr/>
        </p:nvSpPr>
        <p:spPr>
          <a:xfrm>
            <a:off x="1042734" y="2020824"/>
            <a:ext cx="1152000" cy="1152000"/>
          </a:xfrm>
          <a:prstGeom prst="ellipse">
            <a:avLst/>
          </a:prstGeom>
          <a:solidFill>
            <a:srgbClr val="FDF7F7"/>
          </a:solidFill>
          <a:ln w="10160">
            <a:solidFill>
              <a:srgbClr val="F3DCDC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/Users/kaka/Documents/Codex/2026-05-12/pptx-users-kaka-codex-skills-pptx/generated_assets/icon_chat_D400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046" y="2194560"/>
            <a:ext cx="841248" cy="84124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804990" y="3346704"/>
            <a:ext cx="1682496" cy="320040"/>
          </a:xfrm>
          <a:prstGeom prst="roundRect">
            <a:avLst>
              <a:gd name="adj" fmla="val 34286"/>
            </a:avLst>
          </a:prstGeom>
          <a:solidFill>
            <a:srgbClr val="F9CFCF"/>
          </a:solidFill>
          <a:ln w="7620">
            <a:solidFill>
              <a:srgbClr val="F9CFCF"/>
            </a:solidFill>
            <a:prstDash val="solid"/>
          </a:ln>
        </p:spPr>
        <p:txBody>
          <a:bodyPr/>
          <a:p/>
        </p:txBody>
      </p:sp>
      <p:sp>
        <p:nvSpPr>
          <p:cNvPr id="22" name="Text 13"/>
          <p:cNvSpPr/>
          <p:nvPr/>
        </p:nvSpPr>
        <p:spPr>
          <a:xfrm>
            <a:off x="804990" y="3355848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使用能力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>
            <a:off x="505479" y="3897584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24" name="Text 15"/>
          <p:cNvSpPr/>
          <p:nvPr/>
        </p:nvSpPr>
        <p:spPr>
          <a:xfrm>
            <a:off x="690482" y="3829004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核心 Prompt 能力由</a:t>
            </a:r>
            <a:r>
              <a:rPr lang="en-US" sz="116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团队</a:t>
            </a:r>
            <a:r>
              <a:rPr lang="zh-CN" altLang="en-US" sz="116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提供</a:t>
            </a:r>
            <a:endParaRPr lang="en-US"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507598" y="4190210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26" name="Text 19"/>
          <p:cNvSpPr/>
          <p:nvPr/>
        </p:nvSpPr>
        <p:spPr>
          <a:xfrm>
            <a:off x="672190" y="4121630"/>
            <a:ext cx="1993392" cy="29260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测试人员使用</a:t>
            </a:r>
            <a:r>
              <a:rPr lang="zh-CN" alt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后提出优化意见</a:t>
            </a:r>
            <a:endParaRPr lang="en-US" sz="1160" dirty="0"/>
          </a:p>
        </p:txBody>
      </p:sp>
      <p:sp>
        <p:nvSpPr>
          <p:cNvPr id="27" name="Shape 20"/>
          <p:cNvSpPr/>
          <p:nvPr/>
        </p:nvSpPr>
        <p:spPr>
          <a:xfrm>
            <a:off x="3244025" y="1417320"/>
            <a:ext cx="2486660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28" name="Shape 21"/>
          <p:cNvSpPr/>
          <p:nvPr/>
        </p:nvSpPr>
        <p:spPr>
          <a:xfrm>
            <a:off x="3657918" y="1581912"/>
            <a:ext cx="329184" cy="329184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29" name="Text 22"/>
          <p:cNvSpPr/>
          <p:nvPr/>
        </p:nvSpPr>
        <p:spPr>
          <a:xfrm>
            <a:off x="3657918" y="16047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900" dirty="0"/>
          </a:p>
        </p:txBody>
      </p:sp>
      <p:sp>
        <p:nvSpPr>
          <p:cNvPr id="30" name="Text 23"/>
          <p:cNvSpPr/>
          <p:nvPr/>
        </p:nvSpPr>
        <p:spPr>
          <a:xfrm>
            <a:off x="4096830" y="157276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DIFY 阶段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3895662" y="2020824"/>
            <a:ext cx="1152000" cy="1152000"/>
          </a:xfrm>
          <a:prstGeom prst="ellipse">
            <a:avLst/>
          </a:prstGeom>
          <a:solidFill>
            <a:srgbClr val="FDF7F7"/>
          </a:solidFill>
          <a:ln w="10160">
            <a:solidFill>
              <a:srgbClr val="F3DCDC"/>
            </a:solidFill>
            <a:prstDash val="solid"/>
          </a:ln>
        </p:spPr>
        <p:txBody>
          <a:bodyPr/>
          <a:p/>
        </p:txBody>
      </p:sp>
      <p:pic>
        <p:nvPicPr>
          <p:cNvPr id="32" name="Image 3" descr="/Users/kaka/Documents/Codex/2026-05-12/pptx-users-kaka-codex-skills-pptx/generated_assets/icon_flow_D4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213" y="2194560"/>
            <a:ext cx="961390" cy="841375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3657918" y="3346704"/>
            <a:ext cx="1682496" cy="320040"/>
          </a:xfrm>
          <a:prstGeom prst="roundRect">
            <a:avLst>
              <a:gd name="adj" fmla="val 34286"/>
            </a:avLst>
          </a:prstGeom>
          <a:solidFill>
            <a:srgbClr val="F9CFCF"/>
          </a:solidFill>
          <a:ln w="7620">
            <a:solidFill>
              <a:srgbClr val="F9CFCF"/>
            </a:solidFill>
            <a:prstDash val="solid"/>
          </a:ln>
        </p:spPr>
        <p:txBody>
          <a:bodyPr/>
          <a:p/>
        </p:txBody>
      </p:sp>
      <p:sp>
        <p:nvSpPr>
          <p:cNvPr id="34" name="Text 26"/>
          <p:cNvSpPr/>
          <p:nvPr/>
        </p:nvSpPr>
        <p:spPr>
          <a:xfrm>
            <a:off x="3657918" y="3355848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使用流程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3378818" y="3897584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36" name="Text 28"/>
          <p:cNvSpPr/>
          <p:nvPr/>
        </p:nvSpPr>
        <p:spPr>
          <a:xfrm>
            <a:off x="3543410" y="3829004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智能体</a:t>
            </a:r>
            <a:r>
              <a:rPr lang="zh-CN" altLang="en-US" sz="116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工作流</a:t>
            </a:r>
            <a:r>
              <a:rPr 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由</a:t>
            </a:r>
            <a:r>
              <a:rPr lang="zh-CN" alt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工具团队建设</a:t>
            </a:r>
            <a:endParaRPr lang="en-US" sz="1160" dirty="0"/>
          </a:p>
        </p:txBody>
      </p:sp>
      <p:sp>
        <p:nvSpPr>
          <p:cNvPr id="37" name="Shape 29"/>
          <p:cNvSpPr/>
          <p:nvPr/>
        </p:nvSpPr>
        <p:spPr>
          <a:xfrm>
            <a:off x="3378818" y="4190192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44" name="Text 30"/>
          <p:cNvSpPr/>
          <p:nvPr/>
        </p:nvSpPr>
        <p:spPr>
          <a:xfrm>
            <a:off x="3543410" y="4121612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测试人员</a:t>
            </a:r>
            <a:r>
              <a:rPr lang="en-US" sz="116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直接</a:t>
            </a:r>
            <a:r>
              <a:rPr lang="zh-CN" altLang="en-US" sz="116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在工具侧</a:t>
            </a:r>
            <a:r>
              <a:rPr lang="en-US" sz="116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使用</a:t>
            </a:r>
            <a:endParaRPr lang="en-US" sz="1160" dirty="0"/>
          </a:p>
        </p:txBody>
      </p:sp>
      <p:sp>
        <p:nvSpPr>
          <p:cNvPr id="45" name="Shape 31"/>
          <p:cNvSpPr/>
          <p:nvPr/>
        </p:nvSpPr>
        <p:spPr>
          <a:xfrm>
            <a:off x="6066600" y="1417320"/>
            <a:ext cx="2486660" cy="32004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46" name="Shape 32"/>
          <p:cNvSpPr/>
          <p:nvPr/>
        </p:nvSpPr>
        <p:spPr>
          <a:xfrm>
            <a:off x="6469825" y="1581912"/>
            <a:ext cx="329184" cy="329184"/>
          </a:xfrm>
          <a:prstGeom prst="ellips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/>
          <a:p/>
        </p:txBody>
      </p:sp>
      <p:sp>
        <p:nvSpPr>
          <p:cNvPr id="47" name="Text 33"/>
          <p:cNvSpPr/>
          <p:nvPr/>
        </p:nvSpPr>
        <p:spPr>
          <a:xfrm>
            <a:off x="6469825" y="16047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900" dirty="0"/>
          </a:p>
        </p:txBody>
      </p:sp>
      <p:sp>
        <p:nvSpPr>
          <p:cNvPr id="48" name="Text 34"/>
          <p:cNvSpPr/>
          <p:nvPr/>
        </p:nvSpPr>
        <p:spPr>
          <a:xfrm>
            <a:off x="6908737" y="157276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规约阶段</a:t>
            </a:r>
            <a:endParaRPr lang="en-US" sz="1800" dirty="0"/>
          </a:p>
        </p:txBody>
      </p:sp>
      <p:sp>
        <p:nvSpPr>
          <p:cNvPr id="51" name="Shape 35"/>
          <p:cNvSpPr/>
          <p:nvPr/>
        </p:nvSpPr>
        <p:spPr>
          <a:xfrm>
            <a:off x="6707569" y="2020824"/>
            <a:ext cx="1152000" cy="1152000"/>
          </a:xfrm>
          <a:prstGeom prst="ellipse">
            <a:avLst/>
          </a:prstGeom>
          <a:solidFill>
            <a:srgbClr val="FDF7F7"/>
          </a:solidFill>
          <a:ln w="10160">
            <a:solidFill>
              <a:srgbClr val="F3DCDC"/>
            </a:solidFill>
            <a:prstDash val="solid"/>
          </a:ln>
        </p:spPr>
        <p:txBody>
          <a:bodyPr/>
          <a:p/>
        </p:txBody>
      </p:sp>
      <p:pic>
        <p:nvPicPr>
          <p:cNvPr id="52" name="Image 4" descr="/Users/kaka/Documents/Codex/2026-05-12/pptx-users-kaka-codex-skills-pptx/generated_assets/icon_spec_D40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945" y="2194560"/>
            <a:ext cx="841248" cy="841248"/>
          </a:xfrm>
          <a:prstGeom prst="rect">
            <a:avLst/>
          </a:prstGeom>
        </p:spPr>
      </p:pic>
      <p:sp>
        <p:nvSpPr>
          <p:cNvPr id="53" name="Shape 36"/>
          <p:cNvSpPr/>
          <p:nvPr/>
        </p:nvSpPr>
        <p:spPr>
          <a:xfrm>
            <a:off x="6469825" y="3346704"/>
            <a:ext cx="1682496" cy="320040"/>
          </a:xfrm>
          <a:prstGeom prst="roundRect">
            <a:avLst>
              <a:gd name="adj" fmla="val 34286"/>
            </a:avLst>
          </a:prstGeom>
          <a:solidFill>
            <a:srgbClr val="F9CFCF"/>
          </a:solidFill>
          <a:ln w="7620">
            <a:solidFill>
              <a:srgbClr val="F9CFCF"/>
            </a:solidFill>
            <a:prstDash val="solid"/>
          </a:ln>
        </p:spPr>
        <p:txBody>
          <a:bodyPr/>
          <a:p/>
        </p:txBody>
      </p:sp>
      <p:sp>
        <p:nvSpPr>
          <p:cNvPr id="54" name="Text 37"/>
          <p:cNvSpPr/>
          <p:nvPr/>
        </p:nvSpPr>
        <p:spPr>
          <a:xfrm>
            <a:off x="6469825" y="3355848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编写 </a:t>
            </a:r>
            <a:r>
              <a:rPr lang="en-US" sz="1400" b="1" dirty="0">
                <a:solidFill>
                  <a:srgbClr val="D40000"/>
                </a:solidFill>
                <a:latin typeface="PingFang SC" charset="0"/>
                <a:ea typeface="PingFang SC" charset="0"/>
                <a:cs typeface="PingFang SC" charset="0"/>
              </a:rPr>
              <a:t>R</a:t>
            </a:r>
            <a:r>
              <a:rPr lang="en-US" altLang="zh-CN" sz="1400" b="1" dirty="0">
                <a:solidFill>
                  <a:srgbClr val="D40000"/>
                </a:solidFill>
                <a:latin typeface="PingFang SC" charset="0"/>
                <a:ea typeface="PingFang SC" charset="0"/>
                <a:cs typeface="PingFang SC" charset="0"/>
              </a:rPr>
              <a:t>ule</a:t>
            </a:r>
            <a:endParaRPr lang="en-US"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5" name="Shape 38"/>
          <p:cNvSpPr/>
          <p:nvPr/>
        </p:nvSpPr>
        <p:spPr>
          <a:xfrm>
            <a:off x="6190725" y="3897584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56" name="Text 39"/>
          <p:cNvSpPr/>
          <p:nvPr/>
        </p:nvSpPr>
        <p:spPr>
          <a:xfrm>
            <a:off x="6355317" y="3829004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60" b="1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测试人员</a:t>
            </a:r>
            <a:r>
              <a:rPr lang="en-US" sz="1160" b="1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编写</a:t>
            </a:r>
            <a:r>
              <a:rPr lang="zh-CN" altLang="en-US" sz="1160" b="1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、补充</a:t>
            </a:r>
            <a:r>
              <a:rPr lang="en-US" sz="1160" b="1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规约</a:t>
            </a:r>
            <a:endParaRPr lang="en-US" sz="1160" b="1" dirty="0">
              <a:solidFill>
                <a:srgbClr val="1F1F1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57" name="Shape 42"/>
          <p:cNvSpPr/>
          <p:nvPr/>
        </p:nvSpPr>
        <p:spPr>
          <a:xfrm>
            <a:off x="8889175" y="1417320"/>
            <a:ext cx="2487295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651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58" name="Shape 43"/>
          <p:cNvSpPr/>
          <p:nvPr/>
        </p:nvSpPr>
        <p:spPr>
          <a:xfrm>
            <a:off x="9299639" y="1581912"/>
            <a:ext cx="329184" cy="329184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59" name="Text 44"/>
          <p:cNvSpPr/>
          <p:nvPr/>
        </p:nvSpPr>
        <p:spPr>
          <a:xfrm>
            <a:off x="9299639" y="16047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900" dirty="0"/>
          </a:p>
        </p:txBody>
      </p:sp>
      <p:sp>
        <p:nvSpPr>
          <p:cNvPr id="60" name="Text 45"/>
          <p:cNvSpPr/>
          <p:nvPr/>
        </p:nvSpPr>
        <p:spPr>
          <a:xfrm>
            <a:off x="9738551" y="1604518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灵犀 Code 阶段</a:t>
            </a:r>
            <a:r>
              <a:rPr lang="en-US" b="1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endParaRPr lang="en-US" b="1" dirty="0">
              <a:solidFill>
                <a:srgbClr val="C00000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61" name="Shape 46"/>
          <p:cNvSpPr/>
          <p:nvPr/>
        </p:nvSpPr>
        <p:spPr>
          <a:xfrm>
            <a:off x="9537383" y="2020824"/>
            <a:ext cx="1152000" cy="1152000"/>
          </a:xfrm>
          <a:prstGeom prst="ellipse">
            <a:avLst/>
          </a:prstGeom>
          <a:solidFill>
            <a:srgbClr val="FDF7F7"/>
          </a:solidFill>
          <a:ln w="10160">
            <a:solidFill>
              <a:srgbClr val="F3DCDC"/>
            </a:solidFill>
            <a:prstDash val="solid"/>
          </a:ln>
        </p:spPr>
        <p:txBody>
          <a:bodyPr/>
          <a:p/>
        </p:txBody>
      </p:sp>
      <p:sp>
        <p:nvSpPr>
          <p:cNvPr id="62" name="Shape 47"/>
          <p:cNvSpPr/>
          <p:nvPr/>
        </p:nvSpPr>
        <p:spPr>
          <a:xfrm>
            <a:off x="9299639" y="3346704"/>
            <a:ext cx="1682496" cy="320040"/>
          </a:xfrm>
          <a:prstGeom prst="roundRect">
            <a:avLst>
              <a:gd name="adj" fmla="val 34286"/>
            </a:avLst>
          </a:prstGeom>
          <a:solidFill>
            <a:srgbClr val="D40000"/>
          </a:solidFill>
          <a:ln w="762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63" name="Text 48"/>
          <p:cNvSpPr/>
          <p:nvPr/>
        </p:nvSpPr>
        <p:spPr>
          <a:xfrm>
            <a:off x="9299639" y="3355848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定义 Skill / Agent</a:t>
            </a:r>
            <a:endParaRPr lang="en-US" sz="1350" dirty="0"/>
          </a:p>
        </p:txBody>
      </p:sp>
      <p:sp>
        <p:nvSpPr>
          <p:cNvPr id="64" name="Shape 49"/>
          <p:cNvSpPr/>
          <p:nvPr/>
        </p:nvSpPr>
        <p:spPr>
          <a:xfrm>
            <a:off x="9098471" y="3819652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65" name="Text 50"/>
          <p:cNvSpPr/>
          <p:nvPr/>
        </p:nvSpPr>
        <p:spPr>
          <a:xfrm>
            <a:off x="9263063" y="3751072"/>
            <a:ext cx="194767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4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规格驱动 + 自主式 Agent</a:t>
            </a:r>
            <a:endParaRPr lang="en-US" sz="1140" dirty="0"/>
          </a:p>
        </p:txBody>
      </p:sp>
      <p:sp>
        <p:nvSpPr>
          <p:cNvPr id="66" name="Shape 51"/>
          <p:cNvSpPr/>
          <p:nvPr/>
        </p:nvSpPr>
        <p:spPr>
          <a:xfrm>
            <a:off x="9098471" y="4112260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67" name="Text 52"/>
          <p:cNvSpPr/>
          <p:nvPr/>
        </p:nvSpPr>
        <p:spPr>
          <a:xfrm>
            <a:off x="9263063" y="4043680"/>
            <a:ext cx="194767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4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测试人员可自定义 Skill，</a:t>
            </a:r>
            <a:endParaRPr lang="en-US" sz="1140" dirty="0"/>
          </a:p>
        </p:txBody>
      </p:sp>
      <p:sp>
        <p:nvSpPr>
          <p:cNvPr id="68" name="Shape 53"/>
          <p:cNvSpPr/>
          <p:nvPr/>
        </p:nvSpPr>
        <p:spPr>
          <a:xfrm>
            <a:off x="9098471" y="4404868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  <p:txBody>
          <a:bodyPr/>
          <a:p/>
        </p:txBody>
      </p:sp>
      <p:sp>
        <p:nvSpPr>
          <p:cNvPr id="69" name="Text 54"/>
          <p:cNvSpPr/>
          <p:nvPr/>
        </p:nvSpPr>
        <p:spPr>
          <a:xfrm>
            <a:off x="9263063" y="4336288"/>
            <a:ext cx="194767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4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甚至开发专属 Agent</a:t>
            </a:r>
            <a:endParaRPr lang="en-US" sz="1140" dirty="0"/>
          </a:p>
        </p:txBody>
      </p:sp>
      <p:sp>
        <p:nvSpPr>
          <p:cNvPr id="70" name="Shape 59"/>
          <p:cNvSpPr/>
          <p:nvPr/>
        </p:nvSpPr>
        <p:spPr>
          <a:xfrm>
            <a:off x="10594023" y="868045"/>
            <a:ext cx="1435100" cy="682625"/>
          </a:xfrm>
          <a:prstGeom prst="roundRect">
            <a:avLst>
              <a:gd name="adj" fmla="val 9091"/>
            </a:avLst>
          </a:prstGeom>
          <a:solidFill>
            <a:srgbClr val="FFFCF6"/>
          </a:solidFill>
          <a:ln w="11430">
            <a:solidFill>
              <a:srgbClr val="D69635"/>
            </a:solidFill>
            <a:prstDash val="solid"/>
          </a:ln>
        </p:spPr>
        <p:txBody>
          <a:bodyPr/>
          <a:p/>
        </p:txBody>
      </p:sp>
      <p:sp>
        <p:nvSpPr>
          <p:cNvPr id="71" name="Text 60"/>
          <p:cNvSpPr/>
          <p:nvPr/>
        </p:nvSpPr>
        <p:spPr>
          <a:xfrm>
            <a:off x="10653205" y="971423"/>
            <a:ext cx="1316736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 algn="ctr">
              <a:buNone/>
            </a:pPr>
            <a:r>
              <a:rPr lang="en-US" sz="1250" b="1" dirty="0">
                <a:solidFill>
                  <a:srgbClr val="9B3E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 “被动使用”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9B3E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到 “能力共建”</a:t>
            </a:r>
            <a:endParaRPr lang="en-US" sz="1250" dirty="0"/>
          </a:p>
        </p:txBody>
      </p:sp>
      <p:sp>
        <p:nvSpPr>
          <p:cNvPr id="72" name="Shape 61"/>
          <p:cNvSpPr/>
          <p:nvPr/>
        </p:nvSpPr>
        <p:spPr>
          <a:xfrm>
            <a:off x="420942" y="4764024"/>
            <a:ext cx="10954512" cy="557784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1430">
            <a:solidFill>
              <a:srgbClr val="FFA0A0"/>
            </a:solidFill>
            <a:prstDash val="solid"/>
          </a:ln>
        </p:spPr>
        <p:txBody>
          <a:bodyPr/>
          <a:p/>
        </p:txBody>
      </p:sp>
      <p:grpSp>
        <p:nvGrpSpPr>
          <p:cNvPr id="73" name="组合 72"/>
          <p:cNvGrpSpPr/>
          <p:nvPr/>
        </p:nvGrpSpPr>
        <p:grpSpPr>
          <a:xfrm>
            <a:off x="777558" y="4827270"/>
            <a:ext cx="420370" cy="420370"/>
            <a:chOff x="1469" y="7790"/>
            <a:chExt cx="662" cy="662"/>
          </a:xfrm>
        </p:grpSpPr>
        <p:sp>
          <p:nvSpPr>
            <p:cNvPr id="74" name="Shape 62"/>
            <p:cNvSpPr/>
            <p:nvPr/>
          </p:nvSpPr>
          <p:spPr>
            <a:xfrm>
              <a:off x="1469" y="7790"/>
              <a:ext cx="662" cy="662"/>
            </a:xfrm>
            <a:prstGeom prst="ellipse">
              <a:avLst/>
            </a:prstGeom>
            <a:solidFill>
              <a:srgbClr val="D40000"/>
            </a:solidFill>
            <a:ln w="12700">
              <a:solidFill>
                <a:srgbClr val="D40000"/>
              </a:solidFill>
              <a:prstDash val="solid"/>
            </a:ln>
          </p:spPr>
          <p:txBody>
            <a:bodyPr/>
            <a:p/>
          </p:txBody>
        </p:sp>
        <p:pic>
          <p:nvPicPr>
            <p:cNvPr id="75" name="Image 9" descr="/Users/kaka/Documents/Codex/2026-05-12/pptx-users-kaka-codex-skills-pptx/generated_assets/icon_user_FFFF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0" y="7906"/>
              <a:ext cx="461" cy="461"/>
            </a:xfrm>
            <a:prstGeom prst="rect">
              <a:avLst/>
            </a:prstGeom>
          </p:spPr>
        </p:pic>
      </p:grpSp>
      <p:sp>
        <p:nvSpPr>
          <p:cNvPr id="76" name="Text 63"/>
          <p:cNvSpPr/>
          <p:nvPr/>
        </p:nvSpPr>
        <p:spPr>
          <a:xfrm>
            <a:off x="1426401" y="4937760"/>
            <a:ext cx="20116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测试人员角色变化：</a:t>
            </a:r>
            <a:endParaRPr lang="en-US" sz="1600" b="1" dirty="0">
              <a:solidFill>
                <a:srgbClr val="111111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pic>
        <p:nvPicPr>
          <p:cNvPr id="77" name="Image 10" descr="/Users/kaka/Documents/Codex/2026-05-12/pptx-users-kaka-codex-skills-pptx/generated_assets/icon_chat_D400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9742" y="4901057"/>
            <a:ext cx="292608" cy="292608"/>
          </a:xfrm>
          <a:prstGeom prst="rect">
            <a:avLst/>
          </a:prstGeom>
        </p:spPr>
      </p:pic>
      <p:sp>
        <p:nvSpPr>
          <p:cNvPr id="78" name="Text 64"/>
          <p:cNvSpPr/>
          <p:nvPr/>
        </p:nvSpPr>
        <p:spPr>
          <a:xfrm>
            <a:off x="3949510" y="4978273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使用工具</a:t>
            </a:r>
            <a:endParaRPr lang="en-US" sz="1320" dirty="0"/>
          </a:p>
        </p:txBody>
      </p:sp>
      <p:pic>
        <p:nvPicPr>
          <p:cNvPr id="79" name="Image 11" descr="/Users/kaka/Documents/Codex/2026-05-12/pptx-users-kaka-codex-skills-pptx/generated_asset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349" y="4946904"/>
            <a:ext cx="283464" cy="246888"/>
          </a:xfrm>
          <a:prstGeom prst="rect">
            <a:avLst/>
          </a:prstGeom>
        </p:spPr>
      </p:pic>
      <p:pic>
        <p:nvPicPr>
          <p:cNvPr id="80" name="Image 12" descr="/Users/kaka/Documents/Codex/2026-05-12/pptx-users-kaka-codex-skills-pptx/generated_assets/icon_flow_D4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558" y="4901057"/>
            <a:ext cx="292608" cy="292608"/>
          </a:xfrm>
          <a:prstGeom prst="rect">
            <a:avLst/>
          </a:prstGeom>
        </p:spPr>
      </p:pic>
      <p:sp>
        <p:nvSpPr>
          <p:cNvPr id="81" name="Text 65"/>
          <p:cNvSpPr/>
          <p:nvPr/>
        </p:nvSpPr>
        <p:spPr>
          <a:xfrm>
            <a:off x="5906326" y="4978273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使用流程</a:t>
            </a:r>
            <a:endParaRPr lang="en-US" sz="1320" dirty="0"/>
          </a:p>
        </p:txBody>
      </p:sp>
      <p:pic>
        <p:nvPicPr>
          <p:cNvPr id="82" name="Image 13" descr="/Users/kaka/Documents/Codex/2026-05-12/pptx-users-kaka-codex-skills-pptx/generated_asset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234" y="4958334"/>
            <a:ext cx="283464" cy="246888"/>
          </a:xfrm>
          <a:prstGeom prst="rect">
            <a:avLst/>
          </a:prstGeom>
        </p:spPr>
      </p:pic>
      <p:pic>
        <p:nvPicPr>
          <p:cNvPr id="83" name="Image 14" descr="/Users/kaka/Documents/Codex/2026-05-12/pptx-users-kaka-codex-skills-pptx/generated_assets/icon_spec_D40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638" y="4901057"/>
            <a:ext cx="292608" cy="292608"/>
          </a:xfrm>
          <a:prstGeom prst="rect">
            <a:avLst/>
          </a:prstGeom>
        </p:spPr>
      </p:pic>
      <p:sp>
        <p:nvSpPr>
          <p:cNvPr id="84" name="Text 66"/>
          <p:cNvSpPr/>
          <p:nvPr/>
        </p:nvSpPr>
        <p:spPr>
          <a:xfrm>
            <a:off x="7689406" y="4978273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p>
            <a:pPr marL="0" indent="0">
              <a:buNone/>
            </a:pPr>
            <a:r>
              <a:rPr lang="en-US" sz="132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编写规约</a:t>
            </a:r>
            <a:endParaRPr lang="en-US" sz="1320" dirty="0"/>
          </a:p>
        </p:txBody>
      </p:sp>
      <p:pic>
        <p:nvPicPr>
          <p:cNvPr id="85" name="Image 15" descr="/Users/kaka/Documents/Codex/2026-05-12/pptx-users-kaka-codex-skills-pptx/generated_asset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669" y="4946904"/>
            <a:ext cx="283464" cy="246888"/>
          </a:xfrm>
          <a:prstGeom prst="rect">
            <a:avLst/>
          </a:prstGeom>
        </p:spPr>
      </p:pic>
      <p:pic>
        <p:nvPicPr>
          <p:cNvPr id="86" name="Image 16" descr="/Users/kaka/Documents/Codex/2026-05-12/pptx-users-kaka-codex-skills-pptx/generated_assets/icon_ai_D400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9558" y="4901057"/>
            <a:ext cx="292608" cy="292608"/>
          </a:xfrm>
          <a:prstGeom prst="rect">
            <a:avLst/>
          </a:prstGeom>
        </p:spPr>
      </p:pic>
      <p:sp>
        <p:nvSpPr>
          <p:cNvPr id="87" name="Text 67"/>
          <p:cNvSpPr/>
          <p:nvPr/>
        </p:nvSpPr>
        <p:spPr>
          <a:xfrm>
            <a:off x="9589326" y="4957953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1180" b="1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定义 Skill / Agent</a:t>
            </a:r>
            <a:endParaRPr lang="en-US" sz="1180" b="1" dirty="0">
              <a:solidFill>
                <a:srgbClr val="C00000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89" name="Shape 68"/>
          <p:cNvSpPr/>
          <p:nvPr/>
        </p:nvSpPr>
        <p:spPr>
          <a:xfrm>
            <a:off x="1609662" y="5449824"/>
            <a:ext cx="8924544" cy="822960"/>
          </a:xfrm>
          <a:prstGeom prst="roundRect">
            <a:avLst>
              <a:gd name="adj" fmla="val 15556"/>
            </a:avLst>
          </a:prstGeom>
          <a:solidFill>
            <a:srgbClr val="FFF8F8"/>
          </a:solidFill>
          <a:ln w="10160">
            <a:solidFill>
              <a:srgbClr val="F8BABA"/>
            </a:solidFill>
            <a:prstDash val="solid"/>
          </a:ln>
        </p:spPr>
        <p:txBody>
          <a:bodyPr/>
          <a:p/>
        </p:txBody>
      </p:sp>
      <p:sp>
        <p:nvSpPr>
          <p:cNvPr id="90" name="Text 69"/>
          <p:cNvSpPr/>
          <p:nvPr/>
        </p:nvSpPr>
        <p:spPr>
          <a:xfrm>
            <a:off x="2761933" y="5567680"/>
            <a:ext cx="7516495" cy="584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indent="0" fontAlgn="auto">
              <a:lnSpc>
                <a:spcPct val="15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当前测试智能体已从固定工作流演进为：以规格驱动为方法、灵犀 Code 为执行底座、Agent 与 Skill 为能力载体，测试人员可以直接参与能力共建。</a:t>
            </a:r>
            <a:r>
              <a:rPr lang="zh-CN" alt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zh-CN" altLang="en-US" sz="1400" dirty="0">
                <a:solidFill>
                  <a:schemeClr val="tx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zh-CN" altLang="en-US" sz="1400" b="1" dirty="0">
                <a:solidFill>
                  <a:srgbClr val="00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zh-CN" alt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zh-CN" alt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zh-CN" alt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b="1" dirty="0">
                <a:solidFill>
                  <a:srgbClr val="D4000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r>
              <a:rPr lang="en-US" sz="1400" dirty="0">
                <a:solidFill>
                  <a:srgbClr val="111111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/>
            </a:r>
            <a:endParaRPr lang="en-US" sz="1400" dirty="0">
              <a:solidFill>
                <a:srgbClr val="111111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91" name="Text 58"/>
          <p:cNvSpPr/>
          <p:nvPr/>
        </p:nvSpPr>
        <p:spPr>
          <a:xfrm>
            <a:off x="10409873" y="828040"/>
            <a:ext cx="184150" cy="15367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★</a:t>
            </a:r>
            <a:endParaRPr lang="en-US" sz="1200" dirty="0">
              <a:solidFill>
                <a:srgbClr val="FFFFF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92" name="右箭头 91"/>
          <p:cNvSpPr/>
          <p:nvPr/>
        </p:nvSpPr>
        <p:spPr>
          <a:xfrm>
            <a:off x="5723573" y="2771775"/>
            <a:ext cx="328930" cy="273685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右箭头 100"/>
          <p:cNvSpPr/>
          <p:nvPr/>
        </p:nvSpPr>
        <p:spPr>
          <a:xfrm>
            <a:off x="8560118" y="2771775"/>
            <a:ext cx="328930" cy="273685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右箭头 101"/>
          <p:cNvSpPr/>
          <p:nvPr/>
        </p:nvSpPr>
        <p:spPr>
          <a:xfrm>
            <a:off x="2914968" y="2771775"/>
            <a:ext cx="328930" cy="273685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3" name="图片 92" descr="AI机器人 (1)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81858" y="2235200"/>
            <a:ext cx="682625" cy="682625"/>
          </a:xfrm>
          <a:prstGeom prst="rect">
            <a:avLst/>
          </a:prstGeom>
        </p:spPr>
      </p:pic>
      <p:pic>
        <p:nvPicPr>
          <p:cNvPr id="106" name="图片 105" descr="10重要文件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97393" y="5567680"/>
            <a:ext cx="558800" cy="558800"/>
          </a:xfrm>
          <a:prstGeom prst="rect">
            <a:avLst/>
          </a:prstGeom>
        </p:spPr>
      </p:pic>
      <p:sp>
        <p:nvSpPr>
          <p:cNvPr id="94" name="Shape 27"/>
          <p:cNvSpPr/>
          <p:nvPr/>
        </p:nvSpPr>
        <p:spPr>
          <a:xfrm>
            <a:off x="6190725" y="4190192"/>
            <a:ext cx="41148" cy="41148"/>
          </a:xfrm>
          <a:prstGeom prst="ellipse">
            <a:avLst/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</p:sp>
      <p:sp>
        <p:nvSpPr>
          <p:cNvPr id="95" name="Text 28"/>
          <p:cNvSpPr/>
          <p:nvPr/>
        </p:nvSpPr>
        <p:spPr>
          <a:xfrm>
            <a:off x="6355340" y="4153420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智能体</a:t>
            </a:r>
            <a:r>
              <a:rPr lang="zh-CN" altLang="en-US" sz="1200" dirty="0">
                <a:solidFill>
                  <a:srgbClr val="1F1F1F"/>
                </a:solidFill>
                <a:latin typeface="PingFang SC" charset="0"/>
                <a:ea typeface="PingFang SC" charset="0"/>
                <a:cs typeface="PingFang SC" charset="0"/>
              </a:rPr>
              <a:t>及规约管理能力</a:t>
            </a:r>
            <a:r>
              <a:rPr lang="en-US" sz="120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由</a:t>
            </a:r>
            <a:r>
              <a:rPr lang="zh-CN" altLang="en-US" sz="1200" dirty="0">
                <a:solidFill>
                  <a:srgbClr val="1F1F1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工具团队建设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"/>
            <a:ext cx="9784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D40000"/>
                </a:solidFill>
                <a:latin typeface="Arial"/>
              </a:rPr>
              <a:t>1.2  </a:t>
            </a:r>
            <a:r>
              <a:rPr sz="2400" b="1">
                <a:solidFill>
                  <a:srgbClr val="252A34"/>
                </a:solidFill>
                <a:latin typeface="Arial"/>
              </a:rPr>
              <a:t>为什么从 Dify 走向灵犀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492240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9707D"/>
                </a:solidFill>
                <a:latin typeface="Arial"/>
              </a:rPr>
              <a:t>以“读详细设计，完成 API/UI 测试并输出证据”为例：关键差别是任务路径由谁决定。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33375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481328"/>
            <a:ext cx="3008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40000"/>
                </a:solidFill>
                <a:latin typeface="Arial"/>
              </a:rPr>
              <a:t>Dify：平台先画好流程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481328"/>
            <a:ext cx="877824" cy="256032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固定路径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847088"/>
            <a:ext cx="3044952" cy="27340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节点、顺序和输入输出预先编排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新增工具或分支需要修改流程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适合稳定、单点、边界清晰的任务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53312"/>
            <a:ext cx="33375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481328"/>
            <a:ext cx="3008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66A16"/>
                </a:solidFill>
                <a:latin typeface="Arial"/>
              </a:rPr>
              <a:t>真实测试任务会变化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19" y="1481328"/>
            <a:ext cx="877824" cy="256032"/>
          </a:xfrm>
          <a:prstGeom prst="roundRect">
            <a:avLst>
              <a:gd name="adj" fmla="val 8000"/>
            </a:avLst>
          </a:prstGeom>
          <a:solidFill>
            <a:srgbClr val="D66A16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变化来源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847088"/>
            <a:ext cx="3044952" cy="27340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文档、代码、接口、页面上下文不同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执行中需要观察、判断、修正与重试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过程会生成案例、脚本、日志和截图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353312"/>
            <a:ext cx="33375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1481328"/>
            <a:ext cx="300837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167D5"/>
                </a:solidFill>
                <a:latin typeface="Arial"/>
              </a:rPr>
              <a:t>灵犀 Code：Agent 决定路径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1481328"/>
            <a:ext cx="877824" cy="256032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动态规划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4424" y="1847088"/>
            <a:ext cx="3044952" cy="27340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个人 worktree 是任务的真实现场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按任务装配 Agent、Skill 与 Tool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>
                <a:solidFill>
                  <a:srgbClr val="252A34"/>
                </a:solidFill>
                <a:latin typeface="Arial"/>
              </a:rPr>
              <a:t>• Session / Run / Diff / 事件让过程可控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858768" y="2816352"/>
            <a:ext cx="384048" cy="237744"/>
          </a:xfrm>
          <a:prstGeom prst="rightArrow">
            <a:avLst/>
          </a:prstGeom>
          <a:solidFill>
            <a:srgbClr val="D66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516368" y="2816352"/>
            <a:ext cx="384048" cy="237744"/>
          </a:xfrm>
          <a:prstGeom prst="rightArrow">
            <a:avLst/>
          </a:prstGeom>
          <a:solidFill>
            <a:srgbClr val="316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4956048"/>
            <a:ext cx="11018520" cy="987552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10160">
            <a:solidFill>
              <a:srgbClr val="F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175504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40000"/>
                </a:solidFill>
                <a:latin typeface="Arial"/>
              </a:rPr>
              <a:t>底座变化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1" y="5120640"/>
            <a:ext cx="2971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2A34"/>
                </a:solidFill>
                <a:latin typeface="Arial"/>
              </a:rPr>
              <a:t>Dify：平台定义任务路径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093208" y="5202936"/>
            <a:ext cx="475488" cy="219456"/>
          </a:xfrm>
          <a:prstGeom prst="rightArrow">
            <a:avLst/>
          </a:prstGeom>
          <a:solidFill>
            <a:srgbClr val="D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5120640"/>
            <a:ext cx="52486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67D5"/>
                </a:solidFill>
                <a:latin typeface="Arial"/>
              </a:rPr>
              <a:t>灵犀 Code：平台定义边界，Agent 规划路径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5559552"/>
            <a:ext cx="9400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69707D"/>
                </a:solidFill>
                <a:latin typeface="Arial"/>
              </a:rPr>
              <a:t>从“交付一个流程”变成“交付一套能在真实工程现场持续完成任务的能力”。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"/>
            <a:ext cx="9784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D40000"/>
                </a:solidFill>
                <a:latin typeface="Arial"/>
              </a:rPr>
              <a:t>2.1  </a:t>
            </a:r>
            <a:r>
              <a:rPr sz="2400" b="1">
                <a:solidFill>
                  <a:srgbClr val="252A34"/>
                </a:solidFill>
                <a:latin typeface="Arial"/>
              </a:rPr>
              <a:t>当前底座：四层分工，一条任务链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492240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9707D"/>
                </a:solidFill>
                <a:latin typeface="Arial"/>
              </a:rPr>
              <a:t>工作台承接任务，平台守住边界，灵犀 Code（基于 OpenCode）完成推理和执行，数据层保证恢复与审计。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26463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19" b="1">
                <a:solidFill>
                  <a:srgbClr val="FFFFFF"/>
                </a:solidFill>
                <a:latin typeface="Arial"/>
              </a:rPr>
              <a:t>用户工作台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64792" y="1261872"/>
            <a:ext cx="6428232" cy="694944"/>
          </a:xfrm>
          <a:prstGeom prst="roundRect">
            <a:avLst>
              <a:gd name="adj" fmla="val 8000"/>
            </a:avLst>
          </a:prstGeom>
          <a:solidFill>
            <a:srgbClr val="FCEBEC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56816" y="1353312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2A34"/>
                </a:solidFill>
                <a:latin typeface="Arial"/>
              </a:rPr>
              <a:t>提交任务、选择应用与工作区、查看过程和结果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6816" y="1645919"/>
            <a:ext cx="59436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D40000"/>
                </a:solidFill>
                <a:latin typeface="Arial"/>
              </a:rPr>
              <a:t>agent-web · frontend-opencode · backend-api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04288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252A34"/>
          </a:solidFill>
          <a:ln w="10160">
            <a:solidFill>
              <a:srgbClr val="252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19" b="1">
                <a:solidFill>
                  <a:srgbClr val="FFFFFF"/>
                </a:solidFill>
                <a:latin typeface="Arial"/>
              </a:rPr>
              <a:t>平台控制面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4792" y="2139696"/>
            <a:ext cx="6428232" cy="694944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0160">
            <a:solidFill>
              <a:srgbClr val="252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56816" y="2231136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2A34"/>
                </a:solidFill>
                <a:latin typeface="Arial"/>
              </a:rPr>
              <a:t>鉴权、路由、工作区、进程和运行态治理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6816" y="2523744"/>
            <a:ext cx="59436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52A34"/>
                </a:solidFill>
                <a:latin typeface="Arial"/>
              </a:rPr>
              <a:t>test-agent-api · workspace-management · opencode-runtime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82112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6B4FCB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19" b="1">
                <a:solidFill>
                  <a:srgbClr val="FFFFFF"/>
                </a:solidFill>
                <a:latin typeface="Arial"/>
              </a:rPr>
              <a:t>Agent 执行面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64792" y="3017520"/>
            <a:ext cx="6428232" cy="694944"/>
          </a:xfrm>
          <a:prstGeom prst="roundRect">
            <a:avLst>
              <a:gd name="adj" fmla="val 8000"/>
            </a:avLst>
          </a:prstGeom>
          <a:solidFill>
            <a:srgbClr val="F0ECFF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56816" y="3108960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2A34"/>
                </a:solidFill>
                <a:latin typeface="Arial"/>
              </a:rPr>
              <a:t>在个人 worktree 中规划步骤、加载能力、调用工具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816" y="3401568"/>
            <a:ext cx="59436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B4FCB"/>
                </a:solidFill>
                <a:latin typeface="Arial"/>
              </a:rPr>
              <a:t>灵犀 Code 用户进程 · agents · skills ·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59935"/>
            <a:ext cx="1097280" cy="329184"/>
          </a:xfrm>
          <a:prstGeom prst="roundRect">
            <a:avLst>
              <a:gd name="adj" fmla="val 8000"/>
            </a:avLst>
          </a:prstGeom>
          <a:solidFill>
            <a:srgbClr val="238B62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19" b="1">
                <a:solidFill>
                  <a:srgbClr val="FFFFFF"/>
                </a:solidFill>
                <a:latin typeface="Arial"/>
              </a:rPr>
              <a:t>运行支撑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64792" y="3895344"/>
            <a:ext cx="6428232" cy="694944"/>
          </a:xfrm>
          <a:prstGeom prst="roundRect">
            <a:avLst>
              <a:gd name="adj" fmla="val 8000"/>
            </a:avLst>
          </a:prstGeom>
          <a:solidFill>
            <a:srgbClr val="E9F7F1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56816" y="3986783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2A34"/>
                </a:solidFill>
                <a:latin typeface="Arial"/>
              </a:rPr>
              <a:t>事件回传、文件访问、状态恢复、任务调度和审计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56816" y="4279392"/>
            <a:ext cx="59436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38B62"/>
                </a:solidFill>
                <a:latin typeface="Arial"/>
              </a:rPr>
              <a:t>RunEvent SSE · 文件 WS · Redis · PostgreSQL · 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49056" y="1261872"/>
            <a:ext cx="3236976" cy="3328416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490472"/>
            <a:ext cx="276148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167D5"/>
                </a:solidFill>
                <a:latin typeface="Arial"/>
              </a:rPr>
              <a:t>一次任务怎样流动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96528" y="1938528"/>
            <a:ext cx="292608" cy="274320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19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1929384"/>
            <a:ext cx="1938528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2A34"/>
                </a:solidFill>
                <a:latin typeface="Arial"/>
              </a:rPr>
              <a:t>提交任务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221992"/>
            <a:ext cx="1645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67D5"/>
                </a:solidFill>
                <a:latin typeface="Arial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96528" y="2432304"/>
            <a:ext cx="292608" cy="274320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19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423160"/>
            <a:ext cx="1938528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52A34"/>
                </a:solidFill>
                <a:latin typeface="Arial"/>
              </a:rPr>
              <a:t>校验并路由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715768"/>
            <a:ext cx="1645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67D5"/>
                </a:solidFill>
                <a:latin typeface="Arial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96528" y="2926080"/>
            <a:ext cx="292608" cy="274320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19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2916936"/>
            <a:ext cx="1938528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52A34"/>
                </a:solidFill>
                <a:latin typeface="Arial"/>
              </a:rPr>
              <a:t>Agent 规划与执行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209544"/>
            <a:ext cx="1645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67D5"/>
                </a:solidFill>
                <a:latin typeface="Arial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96528" y="3419856"/>
            <a:ext cx="292608" cy="274320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19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3410712"/>
            <a:ext cx="1938528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52A34"/>
                </a:solidFill>
                <a:latin typeface="Arial"/>
              </a:rPr>
              <a:t>事件 / 文件回传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03320"/>
            <a:ext cx="1645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67D5"/>
                </a:solidFill>
                <a:latin typeface="Arial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96528" y="3913632"/>
            <a:ext cx="292608" cy="274320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19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3728" y="3904488"/>
            <a:ext cx="1938528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2A34"/>
                </a:solidFill>
                <a:latin typeface="Arial"/>
              </a:rPr>
              <a:t>结果与 Diff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919472"/>
            <a:ext cx="10972800" cy="877824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10160">
            <a:solidFill>
              <a:srgbClr val="F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175504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D40000"/>
                </a:solidFill>
                <a:latin typeface="Arial"/>
              </a:rPr>
              <a:t>三条硬边界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03120" y="516636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19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79" y="5111496"/>
            <a:ext cx="24688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252A34"/>
                </a:solidFill>
                <a:latin typeface="Arial"/>
              </a:rPr>
              <a:t>浏览器不直连灵犀 Code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66360" y="516636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19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5111496"/>
            <a:ext cx="24688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252A34"/>
                </a:solidFill>
                <a:latin typeface="Arial"/>
              </a:rPr>
              <a:t>业务层不穿透 generated SDK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5166360"/>
            <a:ext cx="274320" cy="274320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19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5111496"/>
            <a:ext cx="24688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252A34"/>
                </a:solidFill>
                <a:latin typeface="Arial"/>
              </a:rPr>
              <a:t>文件访问只走 route / ticket / RPC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"/>
            <a:ext cx="9784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D40000"/>
                </a:solidFill>
                <a:latin typeface="Arial"/>
              </a:rPr>
              <a:t>3.1  </a:t>
            </a:r>
            <a:r>
              <a:rPr sz="2400" b="1">
                <a:solidFill>
                  <a:srgbClr val="252A34"/>
                </a:solidFill>
                <a:latin typeface="Arial"/>
              </a:rPr>
              <a:t>一项测试任务：从详细设计到执行报告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492240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9707D"/>
                </a:solidFill>
                <a:latin typeface="Arial"/>
              </a:rPr>
              <a:t>设计和执行不是两套流程：前一阶段输出直接成为后一阶段输入，执行证据再反向修正设计。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98448"/>
            <a:ext cx="1828800" cy="3639312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0160">
            <a:solidFill>
              <a:srgbClr val="252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2064" y="1463039"/>
            <a:ext cx="896112" cy="274320"/>
          </a:xfrm>
          <a:prstGeom prst="roundRect">
            <a:avLst>
              <a:gd name="adj" fmla="val 8000"/>
            </a:avLst>
          </a:prstGeom>
          <a:solidFill>
            <a:srgbClr val="252A34"/>
          </a:solidFill>
          <a:ln w="10160">
            <a:solidFill>
              <a:srgbClr val="252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84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155448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252A34"/>
                </a:solidFill>
                <a:latin typeface="Arial"/>
              </a:rPr>
              <a:t>任务输入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596896"/>
            <a:ext cx="1536192" cy="16642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详细设计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代码变更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docs 资产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存量案例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67712" y="2834640"/>
            <a:ext cx="164592" cy="210312"/>
          </a:xfrm>
          <a:prstGeom prst="rightArrow">
            <a:avLst/>
          </a:prstGeom>
          <a:solidFill>
            <a:srgbClr val="25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1298448"/>
            <a:ext cx="2011680" cy="3639312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15184" y="1463039"/>
            <a:ext cx="896112" cy="274320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84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938528"/>
            <a:ext cx="17373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D40000"/>
                </a:solidFill>
                <a:latin typeface="Arial"/>
              </a:rPr>
              <a:t>测试设计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596896"/>
            <a:ext cx="1719072" cy="16642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理解范围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识别路径和风险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调用设计类 Skill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生成结构化案例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53712" y="2834640"/>
            <a:ext cx="164592" cy="210312"/>
          </a:xfrm>
          <a:prstGeom prst="rightArrow">
            <a:avLst/>
          </a:prstGeom>
          <a:solidFill>
            <a:srgbClr val="D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1298448"/>
            <a:ext cx="2395728" cy="3639312"/>
          </a:xfrm>
          <a:prstGeom prst="roundRect">
            <a:avLst>
              <a:gd name="adj" fmla="val 8000"/>
            </a:avLst>
          </a:prstGeom>
          <a:solidFill>
            <a:srgbClr val="262A33"/>
          </a:solidFill>
          <a:ln w="10160">
            <a:solidFill>
              <a:srgbClr val="262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01184" y="1463039"/>
            <a:ext cx="896112" cy="274320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840" b="1">
                <a:solidFill>
                  <a:srgbClr val="FFFFFF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938528"/>
            <a:ext cx="212140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rial"/>
              </a:rPr>
              <a:t>统一案例契约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2596896"/>
            <a:ext cx="2103120" cy="16642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FFFFFF"/>
                </a:solidFill>
                <a:latin typeface="Arial"/>
              </a:rPr>
              <a:t>• case_id / scenario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FFFFFF"/>
                </a:solidFill>
                <a:latin typeface="Arial"/>
              </a:rPr>
              <a:t>• steps / test_data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FFFFFF"/>
                </a:solidFill>
                <a:latin typeface="Arial"/>
              </a:rPr>
              <a:t>• expected / target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FFFFFF"/>
                </a:solidFill>
                <a:latin typeface="Arial"/>
              </a:rPr>
              <a:t>• evidence 要求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223760" y="2834640"/>
            <a:ext cx="164592" cy="210312"/>
          </a:xfrm>
          <a:prstGeom prst="rightArrow">
            <a:avLst/>
          </a:prstGeom>
          <a:solidFill>
            <a:srgbClr val="D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24927" y="1298448"/>
            <a:ext cx="2011680" cy="3639312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71231" y="1463039"/>
            <a:ext cx="896112" cy="274320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840" b="1">
                <a:solidFill>
                  <a:srgbClr val="FFFFFF"/>
                </a:solidFill>
                <a:latin typeface="Arial"/>
              </a:rPr>
              <a:t>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1938528"/>
            <a:ext cx="17373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3167D5"/>
                </a:solidFill>
                <a:latin typeface="Arial"/>
              </a:rPr>
              <a:t>测试执行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2596896"/>
            <a:ext cx="1719072" cy="16642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按 target 选 Skill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生成 / 复用脚本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调用 API / UI Tool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断言并采集证据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509760" y="2834640"/>
            <a:ext cx="164592" cy="210312"/>
          </a:xfrm>
          <a:prstGeom prst="rightArrow">
            <a:avLst/>
          </a:prstGeom>
          <a:solidFill>
            <a:srgbClr val="316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10928" y="1298448"/>
            <a:ext cx="2103120" cy="3639312"/>
          </a:xfrm>
          <a:prstGeom prst="roundRect">
            <a:avLst>
              <a:gd name="adj" fmla="val 8000"/>
            </a:avLst>
          </a:prstGeom>
          <a:solidFill>
            <a:srgbClr val="E9F7F1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57232" y="1463039"/>
            <a:ext cx="896112" cy="274320"/>
          </a:xfrm>
          <a:prstGeom prst="roundRect">
            <a:avLst>
              <a:gd name="adj" fmla="val 8000"/>
            </a:avLst>
          </a:prstGeom>
          <a:solidFill>
            <a:srgbClr val="238B62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840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1938528"/>
            <a:ext cx="1828799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238B62"/>
                </a:solidFill>
                <a:latin typeface="Arial"/>
              </a:rPr>
              <a:t>任务输出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596896"/>
            <a:ext cx="1810511" cy="16642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执行状态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响应 / 截图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日志 / Diff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40" b="0">
                <a:solidFill>
                  <a:srgbClr val="252A34"/>
                </a:solidFill>
                <a:latin typeface="Arial"/>
              </a:rPr>
              <a:t>• 可追溯报告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230368"/>
            <a:ext cx="10972800" cy="786384"/>
          </a:xfrm>
          <a:prstGeom prst="roundRect">
            <a:avLst>
              <a:gd name="adj" fmla="val 8000"/>
            </a:avLst>
          </a:prstGeom>
          <a:solidFill>
            <a:srgbClr val="E9F7F1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77256"/>
            <a:ext cx="841248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238B62"/>
                </a:solidFill>
                <a:latin typeface="Arial"/>
              </a:rPr>
              <a:t>结果回流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55648" y="5431536"/>
            <a:ext cx="29077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2A34"/>
                </a:solidFill>
                <a:latin typeface="Arial"/>
              </a:rPr>
              <a:t>失败归因：脚本问题 / 环境问题 / 产品缺陷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736592" y="5504688"/>
            <a:ext cx="329184" cy="164592"/>
          </a:xfrm>
          <a:prstGeom prst="rightArrow">
            <a:avLst/>
          </a:prstGeom>
          <a:solidFill>
            <a:srgbClr val="23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75504" y="5431536"/>
            <a:ext cx="10789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2A34"/>
                </a:solidFill>
                <a:latin typeface="Arial"/>
              </a:rPr>
              <a:t>人工复核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355080" y="5504688"/>
            <a:ext cx="329184" cy="164592"/>
          </a:xfrm>
          <a:prstGeom prst="rightArrow">
            <a:avLst/>
          </a:prstGeom>
          <a:solidFill>
            <a:srgbClr val="23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21424" y="5431536"/>
            <a:ext cx="38587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8B62"/>
                </a:solidFill>
                <a:latin typeface="Arial"/>
              </a:rPr>
              <a:t>更新案例 / docs / Skill，下一次任务直接复用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"/>
            <a:ext cx="9784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D40000"/>
                </a:solidFill>
                <a:latin typeface="Arial"/>
              </a:rPr>
              <a:t>3.2  </a:t>
            </a:r>
            <a:r>
              <a:rPr sz="2400" b="1">
                <a:solidFill>
                  <a:srgbClr val="252A34"/>
                </a:solidFill>
                <a:latin typeface="Arial"/>
              </a:rPr>
              <a:t>Agent、Skill、Tool、Docs 各司其职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492240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9707D"/>
                </a:solidFill>
                <a:latin typeface="Arial"/>
              </a:rPr>
              <a:t>四者不是四套并列资产：Agent 做决策，Skill 给方法，Tool 执行动作，Docs 提供事实。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16736"/>
            <a:ext cx="257860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1490472"/>
            <a:ext cx="749808" cy="310896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5336" y="1481328"/>
            <a:ext cx="12984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D40000"/>
                </a:solidFill>
                <a:latin typeface="Arial"/>
              </a:rPr>
              <a:t>做决策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93392"/>
            <a:ext cx="2249424" cy="7498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理解目标与上下文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决定下一步与协作关系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54096"/>
            <a:ext cx="22494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9707D"/>
                </a:solidFill>
                <a:latin typeface="Courier New"/>
              </a:rPr>
              <a:t>.opencode/agents/*.md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316736"/>
            <a:ext cx="257860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490472"/>
            <a:ext cx="749808" cy="310896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1481328"/>
            <a:ext cx="12984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3167D5"/>
                </a:solidFill>
                <a:latin typeface="Arial"/>
              </a:rPr>
              <a:t>给方法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993392"/>
            <a:ext cx="2249424" cy="7498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定义适用条件和步骤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约束输入、输出与验证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54096"/>
            <a:ext cx="22494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9707D"/>
                </a:solidFill>
                <a:latin typeface="Courier New"/>
              </a:rPr>
              <a:t>.opencode/skills/*/SKILL.md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316736"/>
            <a:ext cx="257860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1490472"/>
            <a:ext cx="749808" cy="310896"/>
          </a:xfrm>
          <a:prstGeom prst="roundRect">
            <a:avLst>
              <a:gd name="adj" fmla="val 8000"/>
            </a:avLst>
          </a:prstGeom>
          <a:solidFill>
            <a:srgbClr val="6B4FCB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1481328"/>
            <a:ext cx="12984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6B4FCB"/>
                </a:solidFill>
                <a:latin typeface="Arial"/>
              </a:rPr>
              <a:t>执行动作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2249424" cy="7498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读写文件、调用 API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浏览器、终端、MCP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054096"/>
            <a:ext cx="22494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9707D"/>
                </a:solidFill>
                <a:latin typeface="Courier New"/>
              </a:rPr>
              <a:t>built-in / MCP / custom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316736"/>
            <a:ext cx="2578608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26296" y="1490472"/>
            <a:ext cx="749808" cy="310896"/>
          </a:xfrm>
          <a:prstGeom prst="roundRect">
            <a:avLst>
              <a:gd name="adj" fmla="val 8000"/>
            </a:avLst>
          </a:prstGeom>
          <a:solidFill>
            <a:srgbClr val="238B62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1481328"/>
            <a:ext cx="12984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38B62"/>
                </a:solidFill>
                <a:latin typeface="Arial"/>
              </a:rPr>
              <a:t>提供事实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1993392"/>
            <a:ext cx="2249424" cy="7498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业务、接口、数据规则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历史案例与缺陷模式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3054096"/>
            <a:ext cx="22494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9707D"/>
                </a:solidFill>
                <a:latin typeface="Courier New"/>
              </a:rPr>
              <a:t>docs/** + references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822191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2A34"/>
                </a:solidFill>
                <a:latin typeface="Arial"/>
              </a:rPr>
              <a:t>放到同一项任务里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224528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10160">
            <a:solidFill>
              <a:srgbClr val="F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4434840"/>
            <a:ext cx="1883664" cy="320040"/>
          </a:xfrm>
          <a:prstGeom prst="roundRect">
            <a:avLst>
              <a:gd name="adj" fmla="val 8000"/>
            </a:avLst>
          </a:prstGeom>
          <a:solidFill>
            <a:srgbClr val="D40000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9" b="1">
                <a:solidFill>
                  <a:srgbClr val="FFFFFF"/>
                </a:solidFill>
                <a:latin typeface="Arial"/>
              </a:rPr>
              <a:t>测试设计 Agent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779776" y="4507992"/>
            <a:ext cx="210312" cy="155448"/>
          </a:xfrm>
          <a:prstGeom prst="rightArrow">
            <a:avLst/>
          </a:prstGeom>
          <a:solidFill>
            <a:srgbClr val="D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63240" y="4434840"/>
            <a:ext cx="2834640" cy="320040"/>
          </a:xfrm>
          <a:prstGeom prst="roundRect">
            <a:avLst>
              <a:gd name="adj" fmla="val 8000"/>
            </a:avLst>
          </a:prstGeom>
          <a:solidFill>
            <a:srgbClr val="D66A16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9" b="1">
                <a:solidFill>
                  <a:srgbClr val="FFFFFF"/>
                </a:solidFill>
                <a:latin typeface="Arial"/>
              </a:rPr>
              <a:t>需求解析 / 测试点 / 边界 Skill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71032" y="4507992"/>
            <a:ext cx="283463" cy="155448"/>
          </a:xfrm>
          <a:prstGeom prst="rightArrow">
            <a:avLst/>
          </a:prstGeom>
          <a:solidFill>
            <a:srgbClr val="D66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27648" y="4434840"/>
            <a:ext cx="2359152" cy="320040"/>
          </a:xfrm>
          <a:prstGeom prst="roundRect">
            <a:avLst>
              <a:gd name="adj" fmla="val 8000"/>
            </a:avLst>
          </a:prstGeom>
          <a:solidFill>
            <a:srgbClr val="6B4FCB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9" b="1">
                <a:solidFill>
                  <a:srgbClr val="FFFFFF"/>
                </a:solidFill>
                <a:latin typeface="Arial"/>
              </a:rPr>
              <a:t>Tool 读取 docs 与代码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759952" y="4507992"/>
            <a:ext cx="292608" cy="155448"/>
          </a:xfrm>
          <a:prstGeom prst="rightArrow">
            <a:avLst/>
          </a:prstGeom>
          <a:solidFill>
            <a:srgbClr val="6B4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25712" y="4434840"/>
            <a:ext cx="2029968" cy="320040"/>
          </a:xfrm>
          <a:prstGeom prst="roundRect">
            <a:avLst>
              <a:gd name="adj" fmla="val 8000"/>
            </a:avLst>
          </a:prstGeom>
          <a:solidFill>
            <a:srgbClr val="238B62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9" b="1">
                <a:solidFill>
                  <a:srgbClr val="FFFFFF"/>
                </a:solidFill>
                <a:latin typeface="Arial"/>
              </a:rPr>
              <a:t>输出案例契约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193792"/>
            <a:ext cx="10972800" cy="749808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60" y="5404104"/>
            <a:ext cx="1883664" cy="320040"/>
          </a:xfrm>
          <a:prstGeom prst="roundRect">
            <a:avLst>
              <a:gd name="adj" fmla="val 8000"/>
            </a:avLst>
          </a:prstGeom>
          <a:solidFill>
            <a:srgbClr val="3167D5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9" b="1">
                <a:solidFill>
                  <a:srgbClr val="FFFFFF"/>
                </a:solidFill>
                <a:latin typeface="Arial"/>
              </a:rPr>
              <a:t>测试执行 Agent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779776" y="5477256"/>
            <a:ext cx="210312" cy="155448"/>
          </a:xfrm>
          <a:prstGeom prst="rightArrow">
            <a:avLst/>
          </a:prstGeom>
          <a:solidFill>
            <a:srgbClr val="316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063240" y="5404104"/>
            <a:ext cx="2834640" cy="320040"/>
          </a:xfrm>
          <a:prstGeom prst="roundRect">
            <a:avLst>
              <a:gd name="adj" fmla="val 8000"/>
            </a:avLst>
          </a:prstGeom>
          <a:solidFill>
            <a:srgbClr val="6B4FCB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9" b="1">
                <a:solidFill>
                  <a:srgbClr val="FFFFFF"/>
                </a:solidFill>
                <a:latin typeface="Arial"/>
              </a:rPr>
              <a:t>API / UI / 数据执行 Skill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971032" y="5477256"/>
            <a:ext cx="283463" cy="155448"/>
          </a:xfrm>
          <a:prstGeom prst="rightArrow">
            <a:avLst/>
          </a:prstGeom>
          <a:solidFill>
            <a:srgbClr val="6B4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27648" y="5404104"/>
            <a:ext cx="2359152" cy="320040"/>
          </a:xfrm>
          <a:prstGeom prst="roundRect">
            <a:avLst>
              <a:gd name="adj" fmla="val 8000"/>
            </a:avLst>
          </a:prstGeom>
          <a:solidFill>
            <a:srgbClr val="D66A16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9" b="1">
                <a:solidFill>
                  <a:srgbClr val="FFFFFF"/>
                </a:solidFill>
                <a:latin typeface="Arial"/>
              </a:rPr>
              <a:t>Tool 执行并采证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759952" y="5477256"/>
            <a:ext cx="292608" cy="155448"/>
          </a:xfrm>
          <a:prstGeom prst="rightArrow">
            <a:avLst/>
          </a:prstGeom>
          <a:solidFill>
            <a:srgbClr val="D66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25712" y="5404104"/>
            <a:ext cx="2029968" cy="320040"/>
          </a:xfrm>
          <a:prstGeom prst="roundRect">
            <a:avLst>
              <a:gd name="adj" fmla="val 8000"/>
            </a:avLst>
          </a:prstGeom>
          <a:solidFill>
            <a:srgbClr val="238B62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969" b="1">
                <a:solidFill>
                  <a:srgbClr val="FFFFFF"/>
                </a:solidFill>
                <a:latin typeface="Arial"/>
              </a:rPr>
              <a:t>输出报告与 Diff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"/>
            <a:ext cx="9784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D40000"/>
                </a:solidFill>
                <a:latin typeface="Arial"/>
              </a:rPr>
              <a:t>4.1  </a:t>
            </a:r>
            <a:r>
              <a:rPr sz="2400" b="1">
                <a:solidFill>
                  <a:srgbClr val="252A34"/>
                </a:solidFill>
                <a:latin typeface="Arial"/>
              </a:rPr>
              <a:t>规划：让 docs 成为可复用测试资产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0" y="6492240"/>
            <a:ext cx="411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0000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9707D"/>
                </a:solidFill>
                <a:latin typeface="Arial"/>
              </a:rPr>
              <a:t>先分清“本轮原始过程”“团队共享知识”“可执行方法”，再建立从执行结果到资产的晋级闭环。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16768" y="274320"/>
            <a:ext cx="731520" cy="274320"/>
          </a:xfrm>
          <a:prstGeom prst="roundRect">
            <a:avLst>
              <a:gd name="adj" fmla="val 8000"/>
            </a:avLst>
          </a:prstGeom>
          <a:solidFill>
            <a:srgbClr val="D66A16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规划态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3337560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1481328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D66A16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19" b="1">
                <a:solidFill>
                  <a:srgbClr val="FFFFFF"/>
                </a:solidFill>
                <a:latin typeface="Arial"/>
              </a:rPr>
              <a:t>Run / 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8" y="1463040"/>
            <a:ext cx="17099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D66A16"/>
                </a:solidFill>
                <a:latin typeface="Arial"/>
              </a:rPr>
              <a:t>本轮原始过程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057400"/>
            <a:ext cx="3008376" cy="7498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日志、截图、临时结论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个人 / 会话范围，尚未复核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298448"/>
            <a:ext cx="3337560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481328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238B62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19" b="1">
                <a:solidFill>
                  <a:srgbClr val="FFFFFF"/>
                </a:solidFill>
                <a:latin typeface="Arial"/>
              </a:rPr>
              <a:t>docs/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0408" y="1463040"/>
            <a:ext cx="17099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238B62"/>
                </a:solidFill>
                <a:latin typeface="Arial"/>
              </a:rPr>
              <a:t>团队共享知识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057400"/>
            <a:ext cx="3008376" cy="7498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业务、接口、数据、案例、缺陷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复核后进入 Git，带版本与来源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298448"/>
            <a:ext cx="3337560" cy="1956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82712" y="1481328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6B4FCB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/>
          <a:lstStyle/>
          <a:p>
            <a:pPr algn="ctr"/>
            <a:r>
              <a:rPr sz="1019" b="1">
                <a:solidFill>
                  <a:srgbClr val="FFFFFF"/>
                </a:solidFill>
                <a:latin typeface="Arial"/>
              </a:rPr>
              <a:t>.opencode/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1463040"/>
            <a:ext cx="170992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6B4FCB"/>
                </a:solidFill>
                <a:latin typeface="Arial"/>
              </a:rPr>
              <a:t>可执行方法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82712" y="2057400"/>
            <a:ext cx="3008376" cy="7498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agents / skills / rules / templates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80" b="0">
                <a:solidFill>
                  <a:srgbClr val="252A34"/>
                </a:solidFill>
                <a:latin typeface="Arial"/>
              </a:rPr>
              <a:t>• 把稳定做法变成下一次可执行步骤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4787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2A34"/>
                </a:solidFill>
                <a:latin typeface="Arial"/>
              </a:rPr>
              <a:t>从一次执行到下一次复用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50208"/>
            <a:ext cx="1856231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105656"/>
            <a:ext cx="16367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D66A16"/>
                </a:solidFill>
                <a:latin typeface="Arial"/>
              </a:rPr>
              <a:t>执行产生证据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507992"/>
            <a:ext cx="1636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252A34"/>
                </a:solidFill>
                <a:latin typeface="Arial"/>
              </a:rPr>
              <a:t>Run / spec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496312" y="4379976"/>
            <a:ext cx="256032" cy="173736"/>
          </a:xfrm>
          <a:prstGeom prst="rightArrow">
            <a:avLst/>
          </a:prstGeom>
          <a:solidFill>
            <a:srgbClr val="D66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16352" y="3950208"/>
            <a:ext cx="1856231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4105656"/>
            <a:ext cx="16367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D40000"/>
                </a:solidFill>
                <a:latin typeface="Arial"/>
              </a:rPr>
              <a:t>人工 / 规则复核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507992"/>
            <a:ext cx="1636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252A34"/>
                </a:solidFill>
                <a:latin typeface="Arial"/>
              </a:rPr>
              <a:t>确认事实与结论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718304" y="4379976"/>
            <a:ext cx="256032" cy="173736"/>
          </a:xfrm>
          <a:prstGeom prst="rightArrow">
            <a:avLst/>
          </a:prstGeom>
          <a:solidFill>
            <a:srgbClr val="D4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38344" y="3950208"/>
            <a:ext cx="1856231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38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48072" y="4105656"/>
            <a:ext cx="16367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38B62"/>
                </a:solidFill>
                <a:latin typeface="Arial"/>
              </a:rPr>
              <a:t>晋级共享资产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8072" y="4507992"/>
            <a:ext cx="1636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252A34"/>
                </a:solidFill>
                <a:latin typeface="Arial"/>
              </a:rPr>
              <a:t>案例 / 缺陷入 docs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940296" y="4379976"/>
            <a:ext cx="256032" cy="173736"/>
          </a:xfrm>
          <a:prstGeom prst="rightArrow">
            <a:avLst/>
          </a:prstGeom>
          <a:solidFill>
            <a:srgbClr val="23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60336" y="3950208"/>
            <a:ext cx="1856231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6B4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0064" y="4105656"/>
            <a:ext cx="16367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6B4FCB"/>
                </a:solidFill>
                <a:latin typeface="Arial"/>
              </a:rPr>
              <a:t>固化稳定方法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0064" y="4507992"/>
            <a:ext cx="1636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252A34"/>
                </a:solidFill>
                <a:latin typeface="Arial"/>
              </a:rPr>
              <a:t>必要时更新 Skill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162288" y="4379976"/>
            <a:ext cx="256032" cy="173736"/>
          </a:xfrm>
          <a:prstGeom prst="rightArrow">
            <a:avLst/>
          </a:prstGeom>
          <a:solidFill>
            <a:srgbClr val="6B4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82328" y="3950208"/>
            <a:ext cx="1856231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3167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92055" y="4105656"/>
            <a:ext cx="16367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3167D5"/>
                </a:solidFill>
                <a:latin typeface="Arial"/>
              </a:rPr>
              <a:t>下一任务复用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2055" y="4507992"/>
            <a:ext cx="1636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252A34"/>
                </a:solidFill>
                <a:latin typeface="Arial"/>
              </a:rPr>
              <a:t>Agent 读取并执行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321808"/>
            <a:ext cx="10972800" cy="713232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0160">
            <a:solidFill>
              <a:srgbClr val="D9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532120"/>
            <a:ext cx="71323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238B62"/>
                </a:solidFill>
                <a:latin typeface="Arial"/>
              </a:rPr>
              <a:t>当前已有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504688"/>
            <a:ext cx="40965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52A34"/>
                </a:solidFill>
                <a:latin typeface="Arial"/>
              </a:rPr>
              <a:t>docs Git 发布 / 工作区文件通道 / Hub 引用 / RunEvent / Diff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70448" y="5532120"/>
            <a:ext cx="71323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66A16"/>
                </a:solidFill>
                <a:latin typeface="Arial"/>
              </a:rPr>
              <a:t>后续补齐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0256" y="5504688"/>
            <a:ext cx="42245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52A34"/>
                </a:solidFill>
                <a:latin typeface="Arial"/>
              </a:rPr>
              <a:t>资产索引与检索 / 案例契约校验 / 证据晋级流程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58784" y="6144768"/>
            <a:ext cx="2852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9707D"/>
                </a:solidFill>
                <a:latin typeface="Arial"/>
              </a:rPr>
              <a:t>正式目录统一使用项目现有 docs/，不再新建平行 doc/。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8115" y="2529205"/>
            <a:ext cx="42976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spc="400" dirty="0">
                <a:solidFill>
                  <a:srgbClr val="2A2D35"/>
                </a:solidFill>
                <a:uFillTx/>
              </a:rPr>
              <a:t>THANK</a:t>
            </a:r>
            <a:r>
              <a:rPr lang="en-US" sz="7200" b="1" spc="400" dirty="0">
                <a:solidFill>
                  <a:srgbClr val="C00000"/>
                </a:solidFill>
                <a:uFillTx/>
              </a:rPr>
              <a:t>S</a:t>
            </a:r>
            <a:endParaRPr lang="en-US" sz="7200" b="1" spc="400" dirty="0">
              <a:solidFill>
                <a:srgbClr val="C00000"/>
              </a:solidFill>
              <a:uFillTx/>
            </a:endParaRPr>
          </a:p>
        </p:txBody>
      </p:sp>
      <p:pic>
        <p:nvPicPr>
          <p:cNvPr id="6" name="图片 5" descr="资源 3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005" y="0"/>
            <a:ext cx="3515995" cy="683260"/>
          </a:xfrm>
          <a:prstGeom prst="rect">
            <a:avLst/>
          </a:prstGeom>
        </p:spPr>
      </p:pic>
      <p:pic>
        <p:nvPicPr>
          <p:cNvPr id="16" name="图片 15" descr="资源 5@2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595" y="2152650"/>
            <a:ext cx="2733040" cy="254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3EBF8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6CBE6"/>
        </a:accent5>
        <a:accent6>
          <a:srgbClr val="D470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自定义设计方案_3">
  <a:themeElements>
    <a:clrScheme name="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C00000"/>
      </a:accent1>
      <a:accent2>
        <a:srgbClr val="60B5CC"/>
      </a:accent2>
      <a:accent3>
        <a:srgbClr val="FFFFFF"/>
      </a:accent3>
      <a:accent4>
        <a:srgbClr val="000000"/>
      </a:accent4>
      <a:accent5>
        <a:srgbClr val="DCAAAA"/>
      </a:accent5>
      <a:accent6>
        <a:srgbClr val="55A2B7"/>
      </a:accent6>
      <a:hlink>
        <a:srgbClr val="168BBA"/>
      </a:hlink>
      <a:folHlink>
        <a:srgbClr val="68000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自定义设计方案_3">
  <a:themeElements>
    <a:clrScheme name="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FFFFFF"/>
      </a:accent3>
      <a:accent4>
        <a:srgbClr val="000000"/>
      </a:accent4>
      <a:accent5>
        <a:srgbClr val="F6D3AA"/>
      </a:accent5>
      <a:accent6>
        <a:srgbClr val="55A2B7"/>
      </a:accent6>
      <a:hlink>
        <a:srgbClr val="168BBA"/>
      </a:hlink>
      <a:folHlink>
        <a:srgbClr val="68000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3EBF8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3EBF8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13319</Words>
  <Application>WPS 演示</Application>
  <PresentationFormat>宽屏</PresentationFormat>
  <Paragraphs>1998</Paragraphs>
  <Slides>27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27</vt:i4>
      </vt:variant>
    </vt:vector>
  </HeadingPairs>
  <TitlesOfParts>
    <vt:vector size="67" baseType="lpstr">
      <vt:lpstr>Arial</vt:lpstr>
      <vt:lpstr>宋体</vt:lpstr>
      <vt:lpstr>Wingdings</vt:lpstr>
      <vt:lpstr>微软雅黑</vt:lpstr>
      <vt:lpstr>Arial</vt:lpstr>
      <vt:lpstr>汉仪萝卜体简</vt:lpstr>
      <vt:lpstr>华文行楷</vt:lpstr>
      <vt:lpstr>黑体</vt:lpstr>
      <vt:lpstr>Gill Sans MT</vt:lpstr>
      <vt:lpstr>PingFang SC</vt:lpstr>
      <vt:lpstr>PingFang SC</vt:lpstr>
      <vt:lpstr>Arial</vt:lpstr>
      <vt:lpstr>Arial</vt:lpstr>
      <vt:lpstr>PingFang SC</vt:lpstr>
      <vt:lpstr>Wingdings</vt:lpstr>
      <vt:lpstr>等线</vt:lpstr>
      <vt:lpstr>Microsoft JhengHei UI Light</vt:lpstr>
      <vt:lpstr>OPPOSans R</vt:lpstr>
      <vt:lpstr>Menlo</vt:lpstr>
      <vt:lpstr>Menlo</vt:lpstr>
      <vt:lpstr>Menlo</vt:lpstr>
      <vt:lpstr>Alibaba-PuHuiTi-R</vt:lpstr>
      <vt:lpstr>Segoe Print</vt:lpstr>
      <vt:lpstr>Arial Regular</vt:lpstr>
      <vt:lpstr>Arial Unicode MS</vt:lpstr>
      <vt:lpstr>Impact</vt:lpstr>
      <vt:lpstr>Calibri</vt:lpstr>
      <vt:lpstr>思源黑体 CN Regular</vt:lpstr>
      <vt:lpstr>字魂58号-创中黑</vt:lpstr>
      <vt:lpstr>Calibri</vt:lpstr>
      <vt:lpstr>思源黑体旧字形 Light</vt:lpstr>
      <vt:lpstr>PMingLiU-ExtB</vt:lpstr>
      <vt:lpstr>webwppDefTheme</vt:lpstr>
      <vt:lpstr>自定义设计方案</vt:lpstr>
      <vt:lpstr>1_自定义设计方案</vt:lpstr>
      <vt:lpstr>1_Office 主题​​</vt:lpstr>
      <vt:lpstr>自定义设计方案_3</vt:lpstr>
      <vt:lpstr>1_自定义设计方案_3</vt:lpstr>
      <vt:lpstr>默认设计模板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总结模板.pptx</dc:title>
  <dc:creator/>
  <cp:lastModifiedBy>kfzx-zhangyx</cp:lastModifiedBy>
  <cp:revision>168</cp:revision>
  <dcterms:created xsi:type="dcterms:W3CDTF">2026-07-23T06:06:00Z</dcterms:created>
  <dcterms:modified xsi:type="dcterms:W3CDTF">2026-07-28T06:26:12Z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2052-11.8.2.11089</vt:lpwstr>
  </property>
  <property fmtid="{D5CDD505-2E9C-101B-9397-08002B2CF9AE}" pid="3" name="ICV">
    <vt:lpwstr>BC0C3FB59A3B4D31928B1A1FFE34997C</vt:lpwstr>
  </property>
</Properties>
</file>